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culminating project, two days: today is the work session, tomorrow the listening party. Run these four slides in the first five minutes and get out of the way — the students' songs are the content. Day 2 needs no slides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checklist is the assignment's rubric table restated as a build order. First move of the work session: inventory — have it / need it, in notebooks, plus a measure map for the arc. Rotation prioritizes the students whose inventories show the most gaps. Export check before anyone leaves: script AND MP3 download cleanly today, not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vote-versus-rubric split is printed in the assignment and worth saying twice: friendly competition, grades decided by demonstrated skills, glory decided by the room. Logistics to settle today: playback order, speakers tested, ballot method (paper or a form). Submission closes when the first song plays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BOTH the script .py and the audio .mp3, downloaded from EarSketch (the download dialog has both options) and submitted in Google Classroom. The export check is today's exit ticket — an unexportable song discovered at the party is a preventable tragedy. Rubric's 4: complete 16+-measure song with a clear arc and every checklist feature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 for 3 · not your 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Day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producer eventually has to 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script. Sixteen-plus measures. A real arc.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4754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script — reusing your best sections from the unit is allowed and smart.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16 measures, with a beginning, a middle, and an end a listener can point to.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title. Every release needs 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checklist (your build order)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578608"/>
            <a:ext cx="4754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tracks and a tempo you set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beat you wrote — beat string + makeBeat()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repeating part of the song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effects, one moving on an envelope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section functions with arguments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sounds organized in a list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listening party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Tomorrow. Out loud. Everyone.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08483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song plays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3600" y="208483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order posted, about 90 seconds each — pick your best stretch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22783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for your top three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943600" y="322783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own; ballots at the 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37083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confers bragging rights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943600" y="437083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decides grades — an unpopular song that shows every skill still earns full marks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 without apologizing first. That's the checklist's last line, and it's graded by the room.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your final song — the feature checklist is your build order; finish with a title.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BOTH files today: the script (.py) and the audio (.mp3). Prove the download works before you leave.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the .py and the .mp3, submitted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are bragging rights. Play it loud.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