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Two-day lesson; this deck spans both. Day 1: window, color, coordinates, drawing functions. Day 2: the bicycle challenge. Hook: show the finished bicycle first (next slide) — there is no draw_bicycle() function; there's you, some coordinates, and a bit of geometry. Bridge from setup lab: the window you opened yesterday is today's canvas.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payoff, then be honest about the work: it's geometry, and geometry rewards planning. Today (Day 1) we learn the tools — window, colors, lines, circles, and the coordinate system. Tomorrow is the build. Mention the bonus crank for the fast finishers — it needs a trick with two stacked circles that rewards understanding draw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300x300 version live, then change to 800x600 and run again — the payoff of variables is watching one edit move a whole window. The warning from the lab: if the window doesn't change size, the spelling is wrong. All-caps names signal 'settings' — a convention, not a law, but we follow it all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Mix a color live at rgbcolorpicker.com with the class calling out channel values. The 255 ceiling is the binary lesson cashing in: one byte per channel — ask 'what's the biggest number a byte can hold and how do you know?' before revealing. The string alternative sets up the double-quotes warning from the lab: skyblue without quotes is a NameError, not a color.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beat — keep it short. 256 cubed. Every image on every device is this scheme (or a cousin of it): three bytes per dot. Optional aside for the curious: 'true color' in settings menus means exactly these 16.7 million. Then back to work — we only need a few of them for a bicycle.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y-axis rule twice; it still bites. Everything drawn happens inside the draw() function — Pygame Zero calls it for you (much more on that next lab). Walk the three functions with the lab's sample code, then ask: 'Which is higher on the screen, y=20 or y=450?' (y=20.) 'Where's (400, 300) on an 800x600 screen?' (Dead center.) Those two questions are the practice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minutes, individually, then compare with a neighbor. The edge-to-edge question catches the radius/diameter confusion before it draws double-size wheels tomorrow. Then release to Day 1 lab: window, background color both ways, and the sample lines and circles. DAY 1 ENDS after that lab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OPENER. Do-now first (top-of-wheel y-coordinate: 180 - 80 = 100). Then this plan: wheels first because everything else hangs off them, and they're pure given-coordinates — a confidence start. Step 4 is amber because the handlebar and seat give lengths, not endpoints; deriving them is the real math of the day. Enforce the lab's own warning: read ALL the hints before drawing. Then release — the rest of the period is the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Deliverable: one file, bike.py, with the bicycle drawn to spec. Rubric's 4 is precision — the given coordinates hit exactly, the derived ones worked out rather than eyeballed. The bonus crank teaches draw order (later shapes paint over earlier ones) — worth a hint to fast finishers. Tease: next lab introduces Actors and the game loop; the geometry stops sitting still.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screen.draw.circle((250, 250), 50, "white")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(135, 206, 250) 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skyblue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Nice Bike!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Lines, circles, and coordinates — drawing with pure geometry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School Computer Science  •  Pygame Zero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target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lab, you draw this. Precisely.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56692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3840480"/>
            <a:ext cx="1554480" cy="15544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A1F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3840480"/>
            <a:ext cx="1554480" cy="15544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A1F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3200400"/>
            <a:ext cx="137160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148840" y="3200400"/>
            <a:ext cx="960120" cy="141732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3840480" y="3200400"/>
            <a:ext cx="640080" cy="141732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4617720"/>
            <a:ext cx="169164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880360"/>
            <a:ext cx="502920" cy="173736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80360" y="2880360"/>
            <a:ext cx="228600" cy="32004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2880360"/>
            <a:ext cx="731520" cy="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2862072"/>
            <a:ext cx="548640" cy="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4864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(schematic — the real target is in the lab)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0" y="1920240"/>
            <a:ext cx="4754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shortcuts exist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132320" y="2578608"/>
            <a:ext cx="4206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draw_bicycle() function. Two wheels, a frame, a seat, a handlebar — every piece is a line or a circle you place by its coordinates.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0" y="3931920"/>
            <a:ext cx="4754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4114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is the assignment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132320" y="4590288"/>
            <a:ext cx="4206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gives you a grid and the key coordinates. “Close enough” is a 3. On the numbers is a 4.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window, made of two variables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Pygame Zero watches for these exact names.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120640" cy="3108960"/>
          </a:xfrm>
          <a:prstGeom prst="roundRect">
            <a:avLst>
              <a:gd name="adj" fmla="val 2353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4231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pgzrun
</a:t>
            </a:r>
            <a:pPr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 = 800
HEIGHT = 600
</a:t>
            </a:r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pgzrun.go()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309360" y="210312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Spelled exactly, in capitals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0" y="2761488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and HEIGHT are special names Pygame Zero looks for. Misspell one and the window quietly ignores you.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374904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3931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named value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4407408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it once at the top, use it everywhere. Change 800 to 300 and the whole window follows.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bicycle's screen is 500 wide and 280 high — the lab tells you; the variables make it so.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 is three numbers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Red, green, blue — each from 0 to 255.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377440" cy="2103120"/>
          </a:xfrm>
          <a:prstGeom prst="roundRect">
            <a:avLst>
              <a:gd name="adj" fmla="val 3478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12848"/>
            <a:ext cx="2377440" cy="1093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135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32293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701491"/>
            <a:ext cx="2194560" cy="459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little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2103120"/>
            <a:ext cx="2377440" cy="2103120"/>
          </a:xfrm>
          <a:prstGeom prst="roundRect">
            <a:avLst>
              <a:gd name="adj" fmla="val 3478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2212848"/>
            <a:ext cx="2377440" cy="1093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206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291840" y="332293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3701491"/>
            <a:ext cx="2194560" cy="459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0" y="2103120"/>
            <a:ext cx="2377440" cy="2103120"/>
          </a:xfrm>
          <a:prstGeom prst="roundRect">
            <a:avLst>
              <a:gd name="adj" fmla="val 3478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2212848"/>
            <a:ext cx="2377440" cy="1093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B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5943600" y="332293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5040" y="3701491"/>
            <a:ext cx="2194560" cy="459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max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78240" y="2103120"/>
            <a:ext cx="2834640" cy="2103120"/>
          </a:xfrm>
          <a:prstGeom prst="roundRect">
            <a:avLst>
              <a:gd name="adj" fmla="val 3478"/>
            </a:avLst>
          </a:prstGeom>
          <a:solidFill>
            <a:srgbClr val="87CEFA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2880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sky blue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" y="4572000"/>
            <a:ext cx="54864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754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255? Remember binary.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4400" y="5230368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channel gets one byte — eight bits. The biggest number eight bits can hold is 11111111, which is 255. That's the ceiling.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0" y="4572000"/>
            <a:ext cx="52120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4754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just use the name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75120" y="5230368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BGCOLOR = "skyblue" works too. The quotes make it a string — a piece of text — and Pygame Zero knows many color names.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colors is that?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16,777,216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reds × 256 greens × 256 blues — every color your screen can make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20624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bytes per color:  </a:t>
            </a:r>
            <a:pPr algn="ctr" indent="0" marL="0">
              <a:buNone/>
            </a:pPr>
            <a:r>
              <a:rPr lang="en-US" sz="30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little numbers. Every photo, every game, every screen you've ever seen.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upside-down map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 0) is the TOP-LEFT. y grows DOWNWARD.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2062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03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(0,0)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514600"/>
            <a:ext cx="3566160" cy="0"/>
          </a:xfrm>
          <a:prstGeom prst="line">
            <a:avLst/>
          </a:prstGeom>
          <a:noFill/>
          <a:ln w="25400">
            <a:solidFill>
              <a:srgbClr val="0A1F33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914400" y="2514600"/>
            <a:ext cx="0" cy="2377440"/>
          </a:xfrm>
          <a:prstGeom prst="line">
            <a:avLst/>
          </a:prstGeom>
          <a:noFill/>
          <a:ln w="25400">
            <a:solidFill>
              <a:srgbClr val="0A1F33"/>
            </a:solidFill>
            <a:prstDash val="solid"/>
            <a:tailEnd type="arrow"/>
          </a:ln>
        </p:spPr>
      </p:sp>
      <p:sp>
        <p:nvSpPr>
          <p:cNvPr id="8" name="Text 6"/>
          <p:cNvSpPr/>
          <p:nvPr/>
        </p:nvSpPr>
        <p:spPr>
          <a:xfrm>
            <a:off x="3840480" y="26060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5262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37360" y="3383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put (0,0) in the middle.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Pygame Zero doesn't. Down is +y.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212080" y="2011680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21031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screen.draw.line(start, end, color)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between two points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0" y="3063240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31546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screen.draw.circle(pos, radius, color)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0" y="35661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OUTLINE, centered at pos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12080" y="4114800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42062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screen.draw.filled_circle(pos, radius, color)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same, but filled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440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travel in their own parentheses: (150, 20) is one point. Radius is half the diameter.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in your head, then on the screen.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point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is 800 wide, 600 tall. In your notebook, sketch the window and mark where these land: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(400, 300)   (20, 20)   (780, 580)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drawing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743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screen.draw.circle((100, 500), 40, "red")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75120" y="32461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corner is it near? Is it filled or an outline? How wide is it, edge to edge?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center · top-left · bottom-right  |  bottom-left · outline · 80 pixels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build plan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all the hints first. Then wheels, frame, tubes, bar, seat.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8562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0" y="1856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 (90, 180) and (410, 180), radius 80 — place these first and check them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89864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98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880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288036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(170, 50), (330, 50), (250, 180), and the rear wheel's center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922776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922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390448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390448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tube to (150, 20); steering tube from the front wheel's center to (310, 20)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946904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F4B74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946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492861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+ seat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57600" y="4928616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handlebar 40 long; seat 80 long with its rear end at x = 120 — you derive the endpoints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5486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55040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grid squares are 10 × 10 and the screen is 500 × 280. Every coordinate you aren't given can be worked out from one you are.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2585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the bicycle precisely — both wheels, the frame, the seat tube, the steering tube, the handlebar, and the seat.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154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1272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add a crank and pedal — a white filled circle with a red outline circle on top.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9592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bike.py file in Google Classroom.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the drawings start moving — and moving things collide.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2026-08-19T15:30:53Z</dcterms:created>
  <dcterms:modified xsi:type="dcterms:W3CDTF">2026-08-19T15:30:53Z</dcterms:modified>
</cp:coreProperties>
</file>