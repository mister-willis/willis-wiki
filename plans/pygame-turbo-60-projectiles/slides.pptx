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most games eventually throw something — arrows, fireballs, banana peels. Ours throws hearts, because our alien is a lover, not a fighter. The real cargo: LISTS (one variable holding a crowd) and the first function students define for themselves instead of for the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Callback to the do-now: arrow1 through arrow30 collapses the moment the count changes. The list is the container; the for loop is how you visit everyone inside. Note we loop over hearts.copy() when we'll be removing — the lab's info box explains the why (removing from a list mid-loop skips items). Keep it light here; the pattern is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day's big idea: the difference between functions the engine requires and functions you invent. Ask: 'Who calls throw_heart()? Who calls update()?' (You; the engine.) The name could be anything — it's for the humans. This is the seed of every helper function in labs 80-110, so plant it well. Parentheses when calling: throw_heart without () does nothing, silently.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invisible-cost beat. 60 frames a second, one heart per frame, is 3,600 a minute — each an Actor the game moves and tracks forever. Enough of them and the game stutters, then dies. Two fixes coming: REMOVE hearts that leave the screen (cleanup), and don't throw sixty a second in the first place (cooldown, next slide). Real games do both; so do we.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moving parts, and students routinely build two of them: set-but-never-tick gives one heart per game; tick-but-never-set gives no throttle at all. Read the cycle aloud as a loop: throw sets 10, frames count it down, zero opens the gate. Cooldown 10 at 60fps = 6 hearts/second — the arithmetic is on the practice slide, and the number is theirs to tune.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four-part or condition covers every edge — overkill for hearts that only fly right, and cheap insurance for the game that throws in any direction later (ask them which game that might be — lab 100's cacti fly left). The indentation warning is verbatim from the lab and it is THE bug of the day: check your rotations for it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minutes, then neighbors compare. The leak question matters most: the broken program LOOKS fine, which is a new kind of bug — invisible today, fatal in an hour. Programs can be wrong in ways the screen doesn't show. Then release: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Deliverable: one file, hearts.py. Rubric's 4: the function does the creating, the list does the tracking, cleanup does the forgetting, cooldown does the pacing — all four, with the cleanup check indented inside the loop. Look-for at rotation: a student who can state their hearts-per-second with arithmetic. Tease: lab 70 brings rotation and the first solid wall.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hearts = []   …   hearts.append(h)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throw_heart</a:t>
            </a:r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Projectiles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Lists, your first custom function, and a lover — not a fighter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School Computer Science  •  Pygame Turbo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variable, holding a crowd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name thirty hearts. You don't have to.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669280" cy="2926080"/>
          </a:xfrm>
          <a:prstGeom prst="roundRect">
            <a:avLst>
              <a:gd name="adj" fmla="val 2500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51560" y="242316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hearts = []          </a:t>
            </a:r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empty list
</a:t>
            </a:r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hearts.append(h)     </a:t>
            </a:r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one
</a:t>
            </a:r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hearts.remove(h)     </a:t>
            </a:r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take one out
</a:t>
            </a:r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h in hearts:     </a:t>
            </a:r>
            <a:pPr indent="0" marL="0">
              <a:lnSpc>
                <a:spcPts val="2600"/>
              </a:lnSpc>
              <a:buNone/>
            </a:pPr>
            <a:r>
              <a:rPr lang="en-US" sz="135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visit each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0" y="2103120"/>
            <a:ext cx="4754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0" y="2286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brackets make a list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32320" y="2761488"/>
            <a:ext cx="42062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grows and shrinks as the game runs. Ten hearts on screen? The list has ten Actors in it. None? It's empty and nobody minds.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0" y="3977640"/>
            <a:ext cx="4754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132320" y="4160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do the repeating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32320" y="4636008"/>
            <a:ext cx="42062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loop moves every heart. Another draws every heart. Write the rule once; the list decides how many times it applies.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custom function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 by Pygame Turbo. Invented by you, for you.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852160" cy="2560320"/>
          </a:xfrm>
          <a:prstGeom prst="roundRect">
            <a:avLst>
              <a:gd name="adj" fmla="val 2857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51560" y="237744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throw_heart():
</a:t>
            </a:r>
            <a:pPr indent="0" marL="0">
              <a:lnSpc>
                <a:spcPts val="24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 = Actor("heart")</a:t>
            </a: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h.x = player.x + 30</a:t>
            </a: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h.y = player.y</a:t>
            </a:r>
            <a:endParaRPr lang="en-US" sz="13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hearts.append(h)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949440" y="2103120"/>
            <a:ext cx="4663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22376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jobs, one name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223760" y="2761488"/>
            <a:ext cx="41148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heart, place it just ahead of the player, add it to the list. Now “throw a heart” is one line anywhere you need it: throw_heart()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949440" y="3977640"/>
            <a:ext cx="4663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223760" y="4160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update() vs. yours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223760" y="4636008"/>
            <a:ext cx="41148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update(), draw(), on_mouse_down() — the engine calls those. throw_heart() runs only when YOUR code calls it. Same syntax, different boss.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50292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keyboard.space:  throw_heart()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 off-screen hearts go?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Nowhere. That's the problem.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210312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3,600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0" y="34747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hearts per minute, if you throw one every frame and never clean up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42976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still in memory  ·  every one still moving  ·  </a:t>
            </a:r>
            <a:pPr algn="ctr" indent="0" marL="0">
              <a:buNone/>
            </a:pPr>
            <a:r>
              <a:rPr lang="en-US" sz="160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visible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512064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Off-screen is not gone. The computer keeps paying for what you don't clean up.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cooldown pattern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counter that says “not yet.”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20574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377440" y="210312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player.cooldown = 10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949440" y="21031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throw — start the timer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32004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77440" y="324612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player.cooldown - 1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49440" y="32461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at the top of update()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434340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43434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77440" y="438912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player.cooldown == 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49440" y="43891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throw until the timer hits zero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152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keyboard.space and player.cooldown == 0:   ·   another compound conditional, earning rent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up after yourself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Move, check, remove — inside the loop.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6766560" cy="2377440"/>
          </a:xfrm>
          <a:prstGeom prst="roundRect">
            <a:avLst>
              <a:gd name="adj" fmla="val 3077"/>
            </a:avLst>
          </a:prstGeom>
          <a:solidFill>
            <a:srgbClr val="13324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51560" y="2377440"/>
            <a:ext cx="6309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h in hearts.copy():
</a:t>
            </a:r>
            <a:pPr indent="0" marL="0">
              <a:lnSpc>
                <a:spcPts val="2400"/>
              </a:lnSpc>
              <a:buNone/>
            </a:pPr>
            <a:r>
              <a:rPr lang="en-US" sz="12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h.x = h.x + 10
</a:t>
            </a:r>
            <a:pPr indent="0" marL="0">
              <a:lnSpc>
                <a:spcPts val="2400"/>
              </a:lnSpc>
              <a:buNone/>
            </a:pPr>
            <a:r>
              <a:rPr lang="en-US" sz="12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h.x &lt; 0 or h.x &gt; WIDTH or h.y &lt; 0 or h.y &gt; HEIGHT:
</a:t>
            </a:r>
            <a:pPr indent="0" marL="0">
              <a:lnSpc>
                <a:spcPts val="2400"/>
              </a:lnSpc>
              <a:buNone/>
            </a:pPr>
            <a:r>
              <a:rPr lang="en-US" sz="125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hearts.remove(h)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0" y="2103120"/>
            <a:ext cx="3840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046720" y="2286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 is the law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0" y="2761488"/>
            <a:ext cx="32918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 lives INSIDE the loop — one extra level. Outside the loop it runs once, checks one heart, and the rest live forever.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48463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.copy()? Removing from a list while looping over it skips items. Loop the copy, remove from the original.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first, code second.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rate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 runs 60 frames a second and the cooldown resets to 10. Holding space, how many hearts fly per second? What reset value gives about 3 per second?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7512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leak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27432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you skip hearts.remove() entirely. What does the player see? What is the computer doing that the player can't see?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675120" y="4754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each, in the notebook.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6/sec · reset to 20  |  looks identical · list grows forever, memory fills, game slows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2585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throws hearts — created by your throw_heart() function — that fly off the right edge.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154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1272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Hearts that leave the screen get removed from the list. No leaks.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9592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cooldown spaces the throws. Submit hearts.py in Google Classroom.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a tank that faces where it drives — and a wall that argues back.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2026-08-19T15:30:53Z</dcterms:created>
  <dcterms:modified xsi:type="dcterms:W3CDTF">2026-08-19T15:30:53Z</dcterms:modified>
</cp:coreProperties>
</file>