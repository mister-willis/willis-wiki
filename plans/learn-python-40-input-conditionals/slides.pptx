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period. Bridge: every program so far ran the same way every time — today the user types, and the program answers differently depending on what arrived. Three new tools: input(), casting, and the if/elif/else chain, wrapped in the course's first student-designed function with a return value. The lab is a grade calculator, a domain where every student is already an expert.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two-liner live and let it greet a volunteer by name — programs that respond feel alive, and it costs one line. Then plant the amber flag: input() ALWAYS returns a string. Ask: the user types 95 — what type is it the instant it arrives? A string. Every hand that doesn't go up for that question meets a TypeError in about twenty minutes, which is fine; that's what the next slide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Casting, bolded and defined: converting a value from one type to another. Demo the failure first: "25" + 5 crashes; "25" + "5" makes "255" — which is worse, because it doesn't crash. Then the fix: int(). The folded one-liner (int around input) is in the lab; read it inside-out — input runs first, int converts, points stores. That inside-out reading is how all nested calls work, and it's worth thirty seconds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 falls through top to bottom and stops at the first true condition — which is why each elif doesn't need to re-check the upper bound (reaching &gt;= 80 already means below 90). Run the mis-ordered version live: &gt;= 60 on top grades a 95 as a D, and the class should catch WHY before you say it. The grade table from the lab is the spec; the boundaries (90, 80, 70, 60) are where bugs live, which is why the test plan targets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function of their own design. The contract framing: the signature (name plus expected arguments) is a promise about what goes in and what comes back. return, bolded: it ends the function immediately and delivers the value to the caller — which is why a return inside the if chain needs no grade variable at all (either style is fine; the lab allows both). The spec's hard rule comes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idea of the day, stated as a rule because the lab's spec makes it one: calculate_grade does not print. The payoff argument: a returning function is reusable; a printing one is spent on arrival. Common failure to name now: print inside the function LOOKS right when you run it — until main tries to use the result and prints None. If a student's output says None, this slide is the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quiet minutes, then neighbors compare, then reveal. Prediction 1 re-lands casting: '5' + '5' concatenates. Predictions 2 and 3 are the boundary drill — 90 is an A because &gt;= includes the edge; 89 is a B. This is also where the lab's test plan comes from: the six values worth testing are the four boundaries plus one mid-band and one failing score. Write the test list in the notebook before writing code, then release to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.py file with the grade-calculation program. Rubric's 4: correct letters at all four boundaries, a function that returns and never prints, evidence the edges were tested. Tease next lab: Guess the Number — three functions, a secret from the random module, and input validation that refuses to take nonsense.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 → int() → "A"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Decisions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asks. Then it judges.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Learn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Programs that listen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pauses everything and waits for the user.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input("What is your name?")</a:t>
            </a:r>
            <a:endParaRPr lang="en-US" sz="15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" + name)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shows the prompt and stops. Nothing moves until the user acts.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Steve and presses Enter.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5669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5623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"Steve" lands in the variable name — and the program resumes.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49440" y="201168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6517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user types comes back as a STRING — even if every character is a digit. That fine print is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Casting: "25" is not 25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characters on screen. Different things entirely.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12848"/>
            <a:ext cx="310896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"25"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82035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09974"/>
            <a:ext cx="2926080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looks like a number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212848"/>
            <a:ext cx="310896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97680" y="3482035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3909974"/>
            <a:ext cx="2926080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math works 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7432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int("25") → 25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float("2.5") → 2.5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str(25) → "25"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= int(input("How many points?"))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two-step, folded into one line: ask, then convert, then store. You'll type this shape for years.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elif ladder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at a time, top to bottom. First true answer wins.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965960"/>
          <a:ext cx="3840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 to 100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 to &lt;90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 to &lt;80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 to &lt;70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&lt;60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19659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points &gt;= 90: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"A"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points &gt;= 80: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"B"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points &gt;= 70: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"F"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49440" y="4892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load-bearing: put &gt;= 60 first and a 95 earns a 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with a job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calculate_grade(points): letter in, judgment out.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3383280"/>
          </a:xfrm>
          <a:prstGeom prst="roundRect">
            <a:avLst>
              <a:gd name="adj" fmla="val 216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calculate_grade(points):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points &gt;= 90: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"A"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points &gt;= 80: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"B"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663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is a contract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23760" y="27432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an integer (the points argument); it hands back a letter. return delivers the answer to whoever called — it doesn't print, it doesn't chat, it answers.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0" y="4480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signature, argument, return.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no-print rule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computes. The main program talks.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calculate_grade()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letter and returns it. Silent. Reusable anywhere — a report card, a class average, a curve.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program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with input(), casts with int(), calls the function, prints what comes back. All the talking happens here.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rule?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prints its answer can only ever print it. A function that returns its answer lets the caller decide — print it, store it, compare it, count how many As the class earned.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deciding from the announcing and both get simpler. This split is the shape of every program you'll write from now 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in your notebook. Boundaries are where bugs live.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print("5" + "5")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prints?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calculate_grade(90)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letter — and which condition caught it?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calculate_grade(89)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letter? One point, different answer?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55 (string glue, not math)  ·  "A" — points &gt;= 90 is true at exactly 90  ·  "B" — 89 falls through to &gt;= 80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calculate_grade(points): the if/elif/else chain from the table — it returns the letter and never prints.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program: ask for points with input(), cast to int, call your function, print what it returns.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boundaries — 90, 80, 70, 60 — then turn in your .py file.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a number hides. Your functions hunt it down.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2026-08-19T16:13:51Z</dcterms:created>
  <dcterms:modified xsi:type="dcterms:W3CDTF">2026-08-19T16:13:51Z</dcterms:modified>
</cp:coreProperties>
</file>