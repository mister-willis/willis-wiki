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matic SC" pitchFamily="2" charset="-79"/>
      <p:regular r:id="rId13"/>
      <p:bold r:id="rId14"/>
    </p:embeddedFont>
    <p:embeddedFont>
      <p:font typeface="Source Code Pro" panose="020B0509030403020204" pitchFamily="49" charset="0"/>
      <p:regular r:id="rId15"/>
      <p:bold r:id="rId16"/>
      <p:italic r:id="rId17"/>
      <p:boldItalic r:id="rId18"/>
    </p:embeddedFont>
    <p:embeddedFont>
      <p:font typeface="Work Sans" pitchFamily="2" charset="7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/>
    <p:restoredTop sz="94658"/>
  </p:normalViewPr>
  <p:slideViewPr>
    <p:cSldViewPr snapToGrid="0">
      <p:cViewPr varScale="1">
        <p:scale>
          <a:sx n="160" d="100"/>
          <a:sy n="160" d="100"/>
        </p:scale>
        <p:origin x="11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b8a9fa83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7b8a9fa83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b8a9fa8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b8a9fa8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b8a9fa83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b8a9fa83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b8a9fa83c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b8a9fa83c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b8a9fa83c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b8a9fa83c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b8a9fa83c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b8a9fa83c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b8a9fa83c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b8a9fa83c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381000"/>
            <a:ext cx="66675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Pablo Picasso’s </a:t>
            </a:r>
            <a:r>
              <a:rPr lang="en" i="1"/>
              <a:t>Le Taureau</a:t>
            </a:r>
            <a:endParaRPr i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20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rgbClr val="222222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“The Bull”, or the Zodiac sign Taurus in English.</a:t>
            </a:r>
            <a:endParaRPr sz="2550">
              <a:solidFill>
                <a:srgbClr val="222222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50">
              <a:solidFill>
                <a:srgbClr val="222222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50">
                <a:solidFill>
                  <a:srgbClr val="222222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A series of eleven lithographs created in 1945. It depicts the bull at various stages of </a:t>
            </a:r>
            <a:r>
              <a:rPr lang="en" sz="2550" b="1">
                <a:solidFill>
                  <a:srgbClr val="222222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abstraction</a:t>
            </a:r>
            <a:r>
              <a:rPr lang="en" sz="2550">
                <a:solidFill>
                  <a:srgbClr val="222222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, starting with a fairly realistic depiction and ending with nothing but a few lines.</a:t>
            </a:r>
            <a:endParaRPr sz="30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609600"/>
            <a:ext cx="571500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509588"/>
            <a:ext cx="5715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485775"/>
            <a:ext cx="5715000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509588"/>
            <a:ext cx="5715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538163"/>
            <a:ext cx="57150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st Iron Juicer">
            <a:extLst>
              <a:ext uri="{FF2B5EF4-FFF2-40B4-BE49-F238E27FC236}">
                <a16:creationId xmlns:a16="http://schemas.microsoft.com/office/drawing/2014/main" id="{51BB9C6A-1DD6-611C-6FEE-2A64DFDE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814" y="643061"/>
            <a:ext cx="3858372" cy="385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3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851180-BDE2-0B52-2C79-A144EAD71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554" y="425395"/>
            <a:ext cx="3981754" cy="429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5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224C9E-94CF-21BC-6EC4-18905F68FAD5}"/>
              </a:ext>
            </a:extLst>
          </p:cNvPr>
          <p:cNvSpPr/>
          <p:nvPr/>
        </p:nvSpPr>
        <p:spPr>
          <a:xfrm>
            <a:off x="3574111" y="1573861"/>
            <a:ext cx="1995778" cy="199577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JUICER</a:t>
            </a:r>
          </a:p>
        </p:txBody>
      </p:sp>
      <p:pic>
        <p:nvPicPr>
          <p:cNvPr id="4" name="Picture 3" descr="Veggipedia - Orange">
            <a:extLst>
              <a:ext uri="{FF2B5EF4-FFF2-40B4-BE49-F238E27FC236}">
                <a16:creationId xmlns:a16="http://schemas.microsoft.com/office/drawing/2014/main" id="{3F297B8B-8300-6BD9-837F-18B65CF2E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4" y="1410859"/>
            <a:ext cx="2321781" cy="232178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953F74-F8D8-0A9D-B7A1-0908329D7F02}"/>
              </a:ext>
            </a:extLst>
          </p:cNvPr>
          <p:cNvCxnSpPr>
            <a:stCxn id="4" idx="3"/>
          </p:cNvCxnSpPr>
          <p:nvPr/>
        </p:nvCxnSpPr>
        <p:spPr>
          <a:xfrm flipV="1">
            <a:off x="2894275" y="2571749"/>
            <a:ext cx="54864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Orange Pineapple Juice Recipe">
            <a:extLst>
              <a:ext uri="{FF2B5EF4-FFF2-40B4-BE49-F238E27FC236}">
                <a16:creationId xmlns:a16="http://schemas.microsoft.com/office/drawing/2014/main" id="{616C7D5C-815D-DA52-361D-4FCBADA19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085" y="1194739"/>
            <a:ext cx="3162300" cy="23749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9B8252-92BD-04A2-4115-8CCE8238B7CD}"/>
              </a:ext>
            </a:extLst>
          </p:cNvPr>
          <p:cNvCxnSpPr/>
          <p:nvPr/>
        </p:nvCxnSpPr>
        <p:spPr>
          <a:xfrm flipV="1">
            <a:off x="5812404" y="2571748"/>
            <a:ext cx="54864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06622"/>
      </p:ext>
    </p:extLst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Macintosh PowerPoint</Application>
  <PresentationFormat>On-screen Show (16:9)</PresentationFormat>
  <Paragraphs>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Work Sans</vt:lpstr>
      <vt:lpstr>Amatic SC</vt:lpstr>
      <vt:lpstr>Arial</vt:lpstr>
      <vt:lpstr>Source Code Pro</vt:lpstr>
      <vt:lpstr>Beach Day</vt:lpstr>
      <vt:lpstr>PowerPoint Presentation</vt:lpstr>
      <vt:lpstr>Pablo Picasso’s Le Taureau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Steve Willis</cp:lastModifiedBy>
  <cp:revision>1</cp:revision>
  <dcterms:modified xsi:type="dcterms:W3CDTF">2026-09-02T14:50:36Z</dcterms:modified>
</cp:coreProperties>
</file>