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edge positioning and landing on platforms. Day 2: head-bonks, sideways collisions, and the challenges. Hook: every platformer from Super Mario Bros. on down depends on one skill — knowing exactly where the EDGES of things are. Last lab of the unit; everything here feeds their own game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broken version first (y = HEIGHT, alien half-buried) — the visual sells the vocabulary. The deep point: edges aren't just readable, they're ASSIGNABLE — set player.bottom and the Actor relocates so its bottom lands there. That assignment trick is the entire collision system today. Corners exist too (topleft, etc.) per the lab's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70's wall loop, rotated into a floor — students should recognize it instantly. The new pieces: // (ask what a 820-pixel screen would do to range with plain division — a crash; // throws the fraction away), and edge-based placement. The upper platform's loop is the same pattern with offsets; a missed +200 stacks it invisibly on the ground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beat slide. Sequence: gravity moves the player INTO the platform (overlap, one frame), collidelist names which tile, and this assignment resolves the overlap by snapping feet to surface. Compare lab 70's un-move trick: that restored the OLD position; this computes the CORRECT one — smoother, and direction-aware, which is exactly where Day 2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framework slide — today (Day 1) builds only the first card; Day 2 adds the other two. Why direction matters: the same overlap has three correct resolutions, and choosing needs evidence — the sign of speed_y for vertical, which key was held for horizontal. Get the sentence 'positive speed_y means falling' into the room before anyone codes it. DAY 1 ENDS after the landing checkpoint (drop in, stand ON the platform).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via do-now: speed_y = -12 at collision — moving up, so head-bonk, top meets bottom. The if/else is the sign check from yesterday's framework, now in code. Sideways goes at the BOTTOM of update() (after vertical resolution — order matters; pasting it at the top makes wall-stutter). End-of-day playtest: neighbors trade seats and try to break each other's platforms from every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neighbor check. The sentence trick ('my top, on its bottom') is the antidote to the wrong-edges bug — students who can say whose edge is whose don't glue the alien inside the platform.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platforms.py, all three collision directions handled with edge attributes. Rubric's 4 has no pass-throughs left in any direction. Close the unit properly: eleven labs ago the win was an alien appearing on a blue background; today they built the collision engine platformers run on. Tease forward generically — their own game projects are where all of this gets spent.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· bottom · left · 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player.bottom =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collided.top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exactly where the edges of things 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x/y is the center — and centers lie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center at the bottom, and half the alien sinks.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743200"/>
            <a:ext cx="2743200" cy="2103120"/>
          </a:xfrm>
          <a:prstGeom prst="roundRect">
            <a:avLst>
              <a:gd name="adj" fmla="val 2609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395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3657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— where x and y point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half-sunk alien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27614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player.y = HEIGHT parks the CENTER on the screen's bottom edge — so half the sprite hangs below it, out of sight.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reads like English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75120" y="45902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player.bottom = HEIGHT — the alien's feet on the floor. Assign to any edge and the whole Actor moves to make it true.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Platforms: the wall loop, laid flat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Whole-number division decides how many tiles.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 = []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range(WIDTH // 50):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Actor("wall")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w.bottom = HEIGHT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w.left = i * 50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platforms.append(w)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is whole-number division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// 50 asks: how many 50-pixel tiles fit? 800 // 50 = 16, no fraction to trip up range().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39319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by their edges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45902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w.bottom and w.left — the new positioning, used immediately. The floating platform adds + 200 offsets to both.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platform: eight tiles, 200 in from the left, 200 up from the floor. Same loop, new numbers.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every platformer stands 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player.bottom = collided.top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feet, placed exactly on its surface — no overlap, no hover, no guesswork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Mario Bros., 1985  →  every platformer since:  </a:t>
            </a:r>
            <a:pPr algn="ctr" indent="0" marL="0">
              <a:buNone/>
            </a:pPr>
            <a:r>
              <a:rPr lang="en-US" sz="16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pulls you into the platform. This line politely stands you back on top of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directions, three different answers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edges meet depends on which way you were moving.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player.bottom = collided.top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it — speed_y ≥ 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player.top = collided.bottom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4069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 UNDER it — speed_y &lt; 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player.right = collided.left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58200" y="4069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BESIDE it (and mirrored for ←)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speed_y is the witness: positive means falling, negative means jumping. Ask it first.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2: heads and shoulders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two more directions.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player.speed_y &gt;= 0: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player.bottom = collided.top   # landing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player.top = collided.bottom   # head-bonk
</a:t>
            </a:r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player.speed_y = 0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player.jumping = False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jumping flag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on_key_down() jumps only if not player.jumping; landing sets it False again. One jump per takeoff.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393192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Sideways: move, then fix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45902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left or right, check collidelist, and snap the near edges together — player.left = collided.right, or the mirror.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challenges: tune JUMP_SPEED until the upper platform is reachable, and add a third.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in your head before edges on screen.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landing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tile's top is at y = 550. The falling player collides with it. After the fix runs, what is player.bottom? And what is player.speed_y?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bonk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collides while speed_y is -12. Landing or head-bonk? Which two edges get snapped together?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as a sentence: “my ___, on its ___.”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bottom = 550 · speed_y = 0  |  head-bonk — my top, on its bottom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drops in and lands standing ON the platform — not sunk into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into the upper platform from below stops the alien cleanly.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passing through from the sides either. Submit platforms.py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unit: from one alien on a blue screen to a platformer engine. Your own games are next.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