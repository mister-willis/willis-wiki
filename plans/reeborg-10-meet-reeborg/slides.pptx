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today everyone gets an employee who never argues, never gets tired, and never, ever improvises. That last part is the problem. Bridge to the do-now: your cafeteria directions failed for the same reason Reeborg programs fail — the reader did exactly what the words said. By the end of class students will have programmed four missions in Python and saved a file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five commands as the robot's ENTIRE vocabulary — there is no sixth. The parentheses matter: move is a name, move() is an order. Ask: 'If I tell Reeborg to walk to the wall, what happens at the wall?' Whatever the program says — including crashing into it. Computers are not smart; they are obedient, which is different. That framing carries the whole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the four lines aloud with the class, finger on the projected grid. Vocabulary to drop naturally: this list of commands is a PROGRAM, and running them in order is SEQUENCING. Ask: 'What if I swap lines 2 and 3?' Different ending square — order is meaning. This is also where you preview errors: a typo like mve() stops the program with a red message, and the message is a clue, not a scolding.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 it as a puzzle BEFORE revealing: 'Reeborg only turns left. I need it to turn right. Ideas?' Let them argue. Someone will propose turning around twice-and-a-half; enjoy that. The reveal: three lefts. The deeper point, said plainly: programmers constantly build missing tools out of the ones they have. You'll need this in the lake mission today — plan your turns before you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square example from the lab: comments name SECTIONS ('draw the first side'), they don't narrate lines ('# this moves'). Ask: 'Who reads comments — Reeborg or you?' You do. The rubric pays for this in Step 4: the gravel-path mission is long enough that uncommented code becomes unreadable even to its author. Also introduce pause() here if you didn't earlier — Step 4 requires one at each dandelion.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minutes, individually, then compare with a neighbor. The point isn't the answers — it's the habit of predicting before running. Reveal or cover the small answer line as you prefer. Then Step 0 together: run, reset, break something on purpose, save, load. Saving after every step is the habit that pays all unit — say it now and check it at the first rotation.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ladder briefly — each mission adds one tool: movement, then take/put, then turning, then organization. Step 4 gets the amber border because it's where the rubric's 4 lives: comments, blank lines, and a pause() at each dandelion. The lab document has a button per mission that loads the right world; students work at their own pace from here. Release line: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Restate the deliverables: five .py files, Step 0 through Step 4 — Step 0 counts even though we did it together. Rubric is printed at the bottom of the lab: a 4 means all four missions run AND Step 4 is organized with comments, whitespace, and the pause() calls. Tease forward generically — more Python ahead — without promising a specific next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move()  turn_left()  take()  put()  pause()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exactly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say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Reeborg!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that does exactly what you tell it — and nothing else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School Computer Science  •  Reeborg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literal coworker you'll ever have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Reeborg lives on a grid and knows five commands. That's it.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94360" y="210312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212848"/>
            <a:ext cx="205740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one square forward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52928" y="210312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2928" y="2212848"/>
            <a:ext cx="205740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turn_left()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944368" y="3246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90° to the left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11496" y="210312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11496" y="2212848"/>
            <a:ext cx="205740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take()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202936" y="3246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the thing here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70064" y="210312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70064" y="2212848"/>
            <a:ext cx="205740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put()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61504" y="3246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thing down here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28632" y="210312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13324F"/>
          </a:solidFill>
          <a:ln w="12700">
            <a:solidFill>
              <a:srgbClr val="1332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28632" y="2212848"/>
            <a:ext cx="2057400" cy="1046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pause()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720072" y="324612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play button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5720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'walk to the wall.' No 'grab all the dandelions.' If you want it done, you say it — one command at a time, parentheses included.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" y="5440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Reeborg never does more than you said. It also never does less.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program is a list, run top to bottom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line first. Last line last. No skipping, no improvising.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206240" cy="3657600"/>
          </a:xfrm>
          <a:prstGeom prst="roundRect">
            <a:avLst>
              <a:gd name="adj" fmla="val 2000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37744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move()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move()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turn_left()</a:t>
            </a:r>
            <a:endParaRPr lang="en-US" sz="2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94960" y="20574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Reeborg starts facing east. Read the program like the robot does — one line, one action: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4960" y="301752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301752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1–2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3017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squares forward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394960" y="388620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0" y="38862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38862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to face north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394960" y="475488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3DDC84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475488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4754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square forward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94960" y="562356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a program in your head before running it is a superpower. Build the habit today.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is no turn_right()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Reeborg only knows left. You need to go right.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237744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turn_left()  × 3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0" y="36576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lefts make a right.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5720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tool you want doesn't exist, build it from the tools you have.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most of programming, honestly.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Comments and blank lines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for humans. The robot skips them entirely.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194560"/>
            <a:ext cx="4754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draw the first side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move()
move()
turn_left()
put()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draw the second side
</a:t>
            </a:r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move()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19202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start with #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75120" y="2578608"/>
            <a:ext cx="4663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 ignores everything after the # on that line. The note is for you — and for the you of next week, who has forgotten everything.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0" y="3931920"/>
            <a:ext cx="5212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4114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lines group the sections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75120" y="4590288"/>
            <a:ext cx="4663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ignored by the computer. A program with sections reads like a page with paragraphs; a program without them reads like a ransom note.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before lab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it in your head. The robot will grade you.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path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Reeborg faces east. Run this in your head: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3246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move()  move()  turn_left()  move()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squares from the start does Reeborg end up — and which way is it facing?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turns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675120" y="2743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only turn_left(), how many calls does it take to face backward? To face right?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75120" y="4754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both answers in your notebook before anyone types anything.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two east + one north, facing north  ·  backward = 2 · right = 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missions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worlds. Each one adds exactly one tool.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4871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home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94436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move() and turns — get Reeborg back to its house.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103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4871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and put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94436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up the dandelions, drop them in the garbage, go home.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40233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206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5902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lake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504748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all the way around it. Plan your turns first.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40233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206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45902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gravel path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92240" y="5047488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every dandelion, pause() at each — with comments and blank lines keeping it readable.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5989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mission has its own button in the assignment. Save a .py file after every step.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286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258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every mission: return home, clear the dandelions, walk around the lake, clean the gravel path.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1272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comments and blank lines so your code is easy to read — with a pause() at each dandelion in Step 4.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023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95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 .py file for every step, and turn in all five: Step 0 through Step 4.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more Python, bigger missions — Reeborg is just getting started.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2026-08-19T15:30:53Z</dcterms:created>
  <dcterms:modified xsi:type="dcterms:W3CDTF">2026-08-19T15:30:53Z</dcterms:modified>
</cp:coreProperties>
</file>