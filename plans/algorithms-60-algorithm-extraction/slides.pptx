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Monty Hall: last lab you turned an algorithm into code. Today the machine runs in reverse — four lines of working Python, and the job is to extract the algorithm inside them. 'Working,' that is, except when it isn't: there's a bug in here, and reading closely enough to extract the algorithm is exactly how it gets found. Do NOT reveal the bug early; the hunt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professional reality: most programming time is spent reading code — yours from last month, a teammate's, a library's. Extraction is the skill of stating what code DOES, not what its author hoped. That gap between does and hoped is where today's bug lives, but don't say so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one student read it aloud, line by line, in English — 'set max_val to zero; for each number n in the list…'. The one-sentence purpose test separates narration ('it loops through and checks if') from comprehension ('it finds the largest number in the list'). Insist on the second kind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table live on the board for [3, 7, 2, 9]: final answer 9, correct. The amber row (max_val starts at 0) is the quiet seed of the bug hunt — the 0 is an ASSUMPTION, not data. Don't flag it harder than the card already does; let the practice slide's input-invention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Connect4 discipline pointed backwards — students spent four labs living inside exact signatures; now they design one. Return-not-print deserves a beat: printing is a dead end, returning is composable. The same reasoning shows up again in merge sort in two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flat and let it sit. The claim is precise: certain INPUTS produce a wrong RESULT — which rules out style complaints ('no function', 'doesn't print') and points at logic. Confidently-wrong is worse than crashing: nothing warns you. The hunt method is on the next slide; resist every request for a hint that isn't 'what have you tried?'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falsification method, named: don't reread the code hoping to spot the flaw — attack it with inputs. Friendly lists (positives) all pass; the bug needs an all-negative list, where the code reports 0, a number not even present. Students who find it get the follow-up quietly: does your FIX survive an empty list? (Starting from numbers[0] assumes non-empty — even fixes have assumptions; that's the wrap discussion.)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answers to all five tasks in the notebook; no Python file needed. Rubric's 4 requires the bug named WITH a triggering input and a fix tested against it. Tease: search algorithms next — linear and binary, extraction and implementation, both directions of the street in one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 →  words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lines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algn="ctr" indent="0" marL="0">
              <a:buNone/>
            </a:pP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bug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Extraction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algorithm hiding in the code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reverse gear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translation. Opposite direction.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lab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61488"/>
            <a:ext cx="47548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→ code.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wrote the Monty Hall algorithm in English, then implemented it in Python.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761488"/>
            <a:ext cx="47548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→ words.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handed Python and asked what algorithm it implements — a skill you'll use every time you read someone else's code. Which is forever.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code is not skimming code. Today's four lines will prove 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aloud. All of it. Slowly.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194560" y="2011680"/>
            <a:ext cx="7772400" cy="2926080"/>
          </a:xfrm>
          <a:prstGeom prst="roundRect">
            <a:avLst>
              <a:gd name="adj" fmla="val 250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2468880" y="2176272"/>
            <a:ext cx="722376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[3, 7, 2, 9]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max_val = 0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numbers: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&gt; max_val: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max_val = 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what does this code do? One sentence — the job, not the plumbing.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it by hand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beats a hunch.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011680"/>
          <a:ext cx="5120640" cy="91440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&gt; max_val?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201168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2194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is the truth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32320" y="2670048"/>
            <a:ext cx="42062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believe the code does, the table shows what it actually does — one row per loop pass, one column per variable.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amber row is worth staring at: where did that first value of max_val come from? Nobody in the list put it there.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thinking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code grew up into a function, what would it be?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30175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 for functions, honesty above all. find_max(...) tells the truth. do_stuff(...) tells nothing.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70048"/>
            <a:ext cx="30175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varies between uses? The list of numbers does — so it comes in as a parameter instead of being hardcoded.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670048"/>
            <a:ext cx="30175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goes back to the caller. Return the value — don't print it. Callers decide what to do with answers.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in your notebook: name, parameters, return.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code is wrong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certain inputs, it produces an incorrect result.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crash. Not an error message.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confident, wrong answer.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0" y="44805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all the help you get.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break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inputs until one produces an answer you know is wrong.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754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Invent three different lists of numbers.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Hand-trace each one — table, not hunch.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Compare the code's answer to the true answer.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something meaningful each time: size, order, sign.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behind the bug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754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code believe about the numbers before the loop ever runs?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belief down. Then build a list where the belief is false.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 in mono, not an answer: the belief lives on the max_val = 0 line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five tasks in your notebook, numbered: purpose, interface, algorithm, the bug, the fix.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input that triggers the bug, and test your fix against that exact input.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.py file today — the notebook is the whole deliverable.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two classic ways to find things — and one of them demands something we don't have.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2026-08-19T15:52:16Z</dcterms:created>
  <dcterms:modified xsi:type="dcterms:W3CDTF">2026-08-19T15:52:16Z</dcterms:modified>
</cp:coreProperties>
</file>