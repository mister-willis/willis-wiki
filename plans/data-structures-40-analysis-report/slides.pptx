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Launch day for a multi-day work-session project — this deck is four slides on purpose, and after ten minutes it retires. The frame: your program printed six numbers and stopped; in engineering that's the halfway point. The work isn't done until the findings are written for the person who asked. The client — the English teacher — is waiting.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standards are the rotation checklist for every work day, so spend the minutes here. Each has a one-line test: does the number have a unit? Could I check the comparison against a published figure? Is the source named? Would I say '1847.3333333' out loud? The checkable-comparison card gets the green border because it's the one students shortcut — work backward: convert the stack height to meters, then go find something real with a height near it. Landmarks are one search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assignment's blank-source table, compressed to three tiers. Tier one is copy-and-phrase work — do it launch day. Tier two is research with citations — name the store or site for the price, name the landmark for the comparison. Tier three is the recommendation, and it has teeth: a position, supported by at least two findings from the report itself. The rhythm bar is the promise for every subsequent period: same opening trade, same milestone, same closing read-aloud. Milestones: Day 1 program blanks; Day 2 research and comparisons; then recommendation and polish.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per Turn It In: the completed report, as .docx or PDF. Rubric's 4: every blank in the report's voice, all five standards met, and a recommendation that takes a position and argues it from the findings. End-of-unit close, kept generic on purpose: this is the full arc — collect, compute, communicate — and the communicating is the part most engineers do worst. Ship the paperwork.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SpaghettiOs Literary Conversion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printed 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written up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Report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analysis nobody can read might as well not have run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Data Structures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engineer's standards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rules a working engineer answers to. All five, every blank.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Units, always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without a unit is a rumor. Every physical quantity carries 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96596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scale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63440" y="2606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22,164 inches means nothing. Feet, meters, or stories — convert until it lands.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96596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Checkable comparisons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58200" y="2606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"About the height of ____" names a real thing with a published number. The reader can verify you.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sources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4663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 price and the daily calories came from somewhere. Say where.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34840" y="402336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rounding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63440" y="4663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program prints 1847.3333333. Your report does not.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report reads as one voice: complete sentences that flow with the template's text — no bare numbers at a wedding in gym clothes.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every blank comes from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from your program. A few from research. One from judgment.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72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program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303520" y="20574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count · total cost · stack height · total weight · calories · leftovers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172968"/>
            <a:ext cx="10972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644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research (name the source)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303520" y="3264408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can in Flagstaff · average daily calories · comparison objects and their published figures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379976"/>
            <a:ext cx="10972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A1F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47141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judgment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303520" y="4471416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 — a clear position, argued from your own findings above it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669280"/>
            <a:ext cx="10972800" cy="822960"/>
          </a:xfrm>
          <a:prstGeom prst="roundRect">
            <a:avLst>
              <a:gd name="adj" fmla="val 8889"/>
            </a:avLst>
          </a:prstGeom>
          <a:solidFill>
            <a:srgbClr val="13324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7150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Work-day rhythm: settle → trade drafts, find one missing unit → milestone on the board → work → two sentences read aloud at the bell.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3500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template into your own document and fill every blank — sentences, not stray numbers.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21868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all five standards: units, scale, checkable comparisons, named sources, honest rounding.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40873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 the completed report as a document file (.docx) or a PDF export.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closes the unit: the analysis ran, the report ships, the client decides.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2026-08-19T16:17:09Z</dcterms:created>
  <dcterms:modified xsi:type="dcterms:W3CDTF">2026-08-19T16:17:09Z</dcterms:modified>
</cp:coreProperties>
</file>