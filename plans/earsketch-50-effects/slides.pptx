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Loops: the song has structure in time now — beats repeating under loop control. Today it gets depth: reverb, delay, a volume fade written as code, and three more effects chosen by ear from the Section 10 catalog. Prep note: have a dry/wet A/B ready to play — ten seconds of demo does what no definition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argument-anatomy drill as fitMedia in lab 10 — deliberately parallel so it feels familiar. The mental model: every track has a rack of processors; setEffect reaches over and turns one knob. Each effect's knobs and sensible ranges live in its Section 10 page, which is why the catalog is the lab's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A/B here — this slide is the caption, not the content. Both effects are required on at least one track each. Timing tip worth sharing: a delay time matched to the tempo (milliseconds per beat = 60000/BPM) makes echoes land ON the beat, which is the difference between atmosphere and mud.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envelope is the lab's conceptual step up: a setting that MOVES. Argument order trips everyone — value, measure, value, measure, interleaved. Section 5.3's example is the reference. The diagram shows today's required move: the fade-up from silence, which the dark slide makes official.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-60 dB is effectively silence; 0 dB is unity — so -60→0 across the first measures is the classic fade-in every song intro uses. The amber line is real: students write the ramp downward and hear their track vanish. Direction check: the SECOND value is where you end up, and it should be the loud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of the thirteen shown; the assignment links all of them. The requirement is three MORE effects beyond reverb, delay, and the envelope — chosen from the catalog and tuned audibly. The circulating question that keeps this honest: 'what is that effect FOR in your song?' An answer like 'the verse felt empty' is a producer's answer; 'the rubric said three'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writing, then play all three on a demo track and grade the predictions by ear. Line 3 is the envelope form — seven arguments — sitting next to the four-argument static forms, so the difference is visible on one slide. Then release: reverb, delay, the fade, three catalog picks.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script downloaded and submitted as .py in Google Classroom. Rubric's 4: all six effects present, audible, and defensible — each a choice, not a checkbox; the 3-row's trap is an effect set so close to default nobody can hear it. Tease: custom functions next — the song gets sections with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 → wet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setEffect(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REVERB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sound and your sound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setEffect(track, effect, parameter, value)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procedure call. New superpower.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63040" y="1965960"/>
            <a:ext cx="9235440" cy="1188720"/>
          </a:xfrm>
          <a:prstGeom prst="roundRect">
            <a:avLst>
              <a:gd name="adj" fmla="val 615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2130552"/>
            <a:ext cx="8686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setEffect(1, REVERB, REVERB_TIME, 2500)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lane gets treated.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processor: REVERB, DELAY, VOLUME…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knob on that processor.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84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8116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knob points.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Reverb is a room. Delay is a canyon.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add space. They are not the same.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Smears the sound into a space — a closet, a hall, a cathedral, by the numbers you choose. You stop hearing an effect and start hearing a PLACE.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sound after a pause — countable echoes, rhythmic if you time them to the tempo. You hear the sound answering itself.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time: same track, dry, then reverb, then delay. Your ears will file them separately forever.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envelope: a setting in motion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arguments turn a knob into a journey.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10332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setEffect(1, VOLUME, GAIN, -60, 1, 0, 5)   # from -60dB at measure 1 to 0dB at measure 5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463040" y="5303520"/>
            <a:ext cx="8778240" cy="0"/>
          </a:xfrm>
          <a:prstGeom prst="line">
            <a:avLst/>
          </a:prstGeom>
          <a:noFill/>
          <a:ln w="25400">
            <a:solidFill>
              <a:srgbClr val="C7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63040" y="3886200"/>
            <a:ext cx="4206240" cy="141732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3886200"/>
            <a:ext cx="4572000" cy="0"/>
          </a:xfrm>
          <a:prstGeom prst="line">
            <a:avLst/>
          </a:prstGeom>
          <a:noFill/>
          <a:ln w="50800">
            <a:solidFill>
              <a:srgbClr val="3DDC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 dB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5440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5440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needs a start and an end: from THIS value at THIS measure, to THAT value at THAT measure.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-60 → 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fade-in, spelled as numbers.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silence</a:t>
            </a:r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————→  </a:t>
            </a:r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volume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today: one track that fades UP at the beginning — an envelope on VOLUME's GAIN,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climbing from around -60 to 0 across the opening measures.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Backwards fades (loud to silent at the start) are the day's most confident wrong answer.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more in the catalog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three. Tune by ear. Own the choices.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DISTORTION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PITCHSHIFT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TREMOLO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3474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4747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474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4747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FLANGER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61120" y="3474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0" y="34747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documents every one — what it does, which knobs, sensible ranges. Read before you reach.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predict, then listen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each line does before it plays.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58368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60350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setEffect(2, DELAY, DELAY_TIME, 500)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setEffect(3, REVERB, REVERB_TIME, 4000)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setEffect(1, VOLUME, GAIN, -60, 1, 0, 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0" y="2670048"/>
            <a:ext cx="34747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per line: which track changes, and what will your ears report?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1 → track 2 echoes every half-second · 2 → track 3 moves into a big hall · 3 → track 1 fades in over measures 1–5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reverb to at least one track and delay to at least one track.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a track's volume UP at the start with an envelope, and add three more Section 10 effects — each one audible.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download your script and submit the 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intro, verse, chorus — your song gets an architecture.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