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Two-day lab: the maze today, the map tomorrow. Bridge from last lesson: their first program talked at the screen; today their code steers something. The deck runs through the practice slide on Day 1; the map slide opens Day 2. Hook: show the maze image from the assignment — the turtle walks the SOLUTION, drawn by their commands, one at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Turtle graphics goes back to Logo in the 1960s — kids have steered this exact turtle for sixty years. Vocabulary to bold in passing: library (a toolbox of pre-written commands) and import (opening it). Ask: who wrote turtle.forward? Someone else — and using tested, existing code is what real programmers do all day. The lab's command table lists the whole toolbox; they don't memorize it, they reference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commands carry the whole lab; the rest are seasoning. Demo live after this slide: import turtle, shape('turtle'), forward(100), right(90), forward(100) — narrate what the turtle faces after each turn. The distinction to plant: forward/right are RELATIVE (from where the turtle is, facing what it faces); goto is ABSOLUTE (a street address). The dark slide makes that formal in a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with math class: same x-y idea, but the origin moved to the center of the screen. Ask: where's (0,0) on every graph you've drawn? Bottom-left-ish — here it's dead center, so negatives are half the map. The starter code's goto(-70, 210) means left of center, high up — where the maze entrances live. Bless trial and error out loud: nudge one axis at a time, re-run, converge. That's bisection, and it's a legitimate engineering method, not cheating.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conceptual heart of the two days. Relative movement: forward and the turns operate from the turtle's current position and heading — 'my left,' not 'the screen's left.' Absolute: goto is a street address. Ask: could you goto the maze exit in one line? Yes — through every wall, drawing a straight line of shame. Legal syntax, failed route; the rubric says navigate. The maze is a relative-movement exercise on purpose: it's how you'll think in every later graphics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 solo, then compare with a neighbor, then run the trace live. The left-turn-while-facing-east beat catches students who turn the SCREEN's left instead of the turtle's. The planning box is the starter code's opening, rediscovered: penup, goto, pendown is exactly lines 5–7 of maze.py — point that out AFTER they've reasoned it, then release to lab: 'understand your mission for today?'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 OPENER. Recap first via the do-now (draw a square from memory), then this slide is the whole day's instruction — under ten minutes, the rest is lab. The copy-don't-retype move is worth naming: programmers start from working code on purpose. Same folder rule for map.gif as for maze.gif; the file-not-found error from yesterday will reappear on schedule. Early finishers: pen size and color tuning for a readable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Deliverables per Turn It In: maze.py and map.py, images not submitted. Rubric's 4: both routes complete, navigated with movement commands (goto is for placement, not touring), walls respected, trail visible. Tease next lab honestly: the spiral's algorithm is 600 moves, and the refusal to type them is the entire point of loops.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turtle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forward(100)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right(90)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Turtle Power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a turtle with code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Computer Science  •  Learn Python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cursor with a pen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it to move and turn. It leaves a trail.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lab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program printed text. Every instruction ran top to bottom, and Python did exactly what each line said — no more, no less.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40690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251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lab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7091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idea, better output: each instruction moves a turtle across the screen, pen down, drawing as it goes.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0" y="1920240"/>
            <a:ext cx="5394960" cy="4069080"/>
          </a:xfrm>
          <a:prstGeom prst="roundRect">
            <a:avLst>
              <a:gd name="adj" fmla="val 1798"/>
            </a:avLst>
          </a:prstGeom>
          <a:solidFill>
            <a:srgbClr val="13324F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21945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turtle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766560" y="2880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turtle library is a toolbox of drawing commands that ships with Python — no install, no download. The import line opens the toolbox; after it, every turtle command is yours.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66560" y="48920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Somebody wrote these commands so you don't have to. Take the deal.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command set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Move, turn, and manage the pen. The lab's table has all of them.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937760" cy="868680"/>
          </a:xfrm>
          <a:prstGeom prst="roundRect">
            <a:avLst>
              <a:gd name="adj" fmla="val 8421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6596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forward(100)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52160" y="196596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100 steps the way the turtle faces. backward() is the reverse.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999232"/>
            <a:ext cx="4937760" cy="868680"/>
          </a:xfrm>
          <a:prstGeom prst="roundRect">
            <a:avLst>
              <a:gd name="adj" fmla="val 8421"/>
            </a:avLst>
          </a:prstGeom>
          <a:solidFill>
            <a:srgbClr val="13324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999232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right(90)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852160" y="2999232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90 degrees right, in place. left() turns the other way.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032504"/>
            <a:ext cx="4937760" cy="868680"/>
          </a:xfrm>
          <a:prstGeom prst="roundRect">
            <a:avLst>
              <a:gd name="adj" fmla="val 8421"/>
            </a:avLst>
          </a:prstGeom>
          <a:solidFill>
            <a:srgbClr val="13324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032504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penup() / pendown()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52160" y="4032504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the pen to travel without drawing; drop it to draw again.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5065776"/>
            <a:ext cx="4937760" cy="868680"/>
          </a:xfrm>
          <a:prstGeom prst="roundRect">
            <a:avLst>
              <a:gd name="adj" fmla="val 8421"/>
            </a:avLst>
          </a:prstGeom>
          <a:solidFill>
            <a:srgbClr val="13324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065776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goto(x, y)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852160" y="5065776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straight to a coordinate — for placing the turtle, not for touring.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pencolor, pensize, bgpic — the lab's table is the reference. Bookmark it, don't memorize it.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map under the screen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pixel has an address: (x, y), measured from the center.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3886200"/>
            <a:ext cx="4206240" cy="0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2377440"/>
            <a:ext cx="0" cy="3017520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39502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(0, 0)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80560" y="35204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+x →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24231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+y ↑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17320" y="2606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(-70, 210)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19456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 (0, 0) is the CENTER of the window — not a corner. Left of center is negative x; below center is negative 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0" y="374904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3931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job in lab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75120" y="43891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goto(-70, 210) until the turtle sits on a starting triangle. Trial and error is the method — nudge one number at a time and re-run.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turtle only knows where its nose points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kinds of movement. The maze wants the first kind.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914400" y="2194560"/>
            <a:ext cx="4846320" cy="2651760"/>
          </a:xfrm>
          <a:prstGeom prst="roundRect">
            <a:avLst>
              <a:gd name="adj" fmla="val 2759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04288"/>
            <a:ext cx="4846320" cy="1378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forward(50)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3732581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4209898"/>
            <a:ext cx="466344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here, the way I'm facing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0" y="2194560"/>
            <a:ext cx="4846320" cy="2651760"/>
          </a:xfrm>
          <a:prstGeom prst="roundRect">
            <a:avLst>
              <a:gd name="adj" fmla="val 2759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304288"/>
            <a:ext cx="4846320" cy="1378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goto(x, y)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00800" y="3732581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4209898"/>
            <a:ext cx="466344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teleport to an address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0" y="521208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the maze is forward and turn — like giving directions in a hallway. goto is for takeoff: place the turtle at the start, then walk.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before lab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turtle starts at the center, facing right (east). Predict, then we run it.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this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forward(100)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left(90)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forward(50)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45262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turtle end up, and which way does it face?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this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7889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to get the turtle from the center to the maze's starting triangle without leaving a stray line, then start drawing in red.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75120" y="45262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three commands, in which order?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at (100, 50), facing up (north)  ·  penup() → goto(...) → pendown(), then pencolor("red")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2: the turtle gets thirsty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skills, real map. Destination: Dutch Bros.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874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maze.py to a new file named map.py — yesterday's work is today's head start.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31520" y="294436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944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8986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background: bgpic loads map.gif (same folder as the program, same rule as yesterday).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31520" y="3968496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968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392277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Re-aim the goto: start on the NPA STEAM building (the blue dot).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31520" y="4992624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992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94690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the streets to the Dutch Bros. Forward and turns — the turtle walks, it doesn't fly.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0080" y="6035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maze was practice. The map is the same program wearing sunglasses.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3774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3500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maze.py — start on a starting triangle and walk the turtle through the maze, drawing the solution.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2461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21868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map.py — travel from the NPA STEAM building to the Dutch Bros.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114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40873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in both .py files. The image files stay home.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the spiral — 600 commands you will refuse to type by hand.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2026-08-19T16:13:51Z</dcterms:created>
  <dcterms:modified xsi:type="dcterms:W3CDTF">2026-08-19T16:13:51Z</dcterms:modified>
</cp:coreProperties>
</file>