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Connect4: you described your make_move algorithm in words there — today that skill IS the lab. We'll write a complete algorithm in natural language, then implement it to settle a famous argument. Deck spans two days: Day 1 through the practice slide; Day 2 opens on the dark 10,000-games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rules with lawyerly precision — every wrong intuition in the room assumes the host opens a RANDOM door. He doesn't: he knowingly avoids the prize, every time, and that knowledge leaking into his choice is the entire trick. Play 6-10 fast rounds with cups after this slide; tally results on the board and let the small sample mislead — that's tomorrow's argument for 10,000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writes one of the three in their notebook — the do-now already asked; this slide makes it a commitment. The Marilyn vos Savant story is true and worth telling properly: Parade magazine, 1990, roughly 10,000 letters, about 1,000 from PhDs, many condescending, nearly all wrong. Being confidently wrong in good company is the theme of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lab's own three sections, compressed. The guessing-game example in the assignment shows all three in six steps — walk it if the class needs a model. Selection words: if, otherwise, when, unless. Iteration words: repeat, until, for each. The no-Python rule is enforced by reading aloud: if it can't be spoken naturally, it's code in disguise.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lab's own good/poor pair. The robot test is the standing quality check for the whole unit: imagine a very literal robot executing your words. Today's hardest step to write precisely is the host's door choice — which is exactly why the practice slide isolates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 instruction; the algorithm write-up follows in lab. The trap card holds the insight: prize-door pick leaves the host TWO legal doors (pick one at random); goat-door pick leaves exactly ONE. An algorithm that handles both cases is a correct algorithm — and a student who sees the asymmetry is one step from seeing why switching wins 2/3 of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Reconnect: yesterday's cup game gave noisy small-sample numbers; the room may still disagree. Ten thousand trials don't. Map algorithm to Python before release: steps become statements, the host's selection becomes an if, the repetition becomes a for loop, randomness comes from the random module, and two counters score both strategies against the SAME game each 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natural-language algorithm in the notebook, and the program .py file. Rubric's 4 requires all three ingredients in a followable algorithm plus results that settle the question — roughly one third staying, two thirds switching. Tease: algorithm extraction next, reading code instead of writing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[ 1 ]   [ 2 ]   [ 3 ]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Monty Hall Problem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doors, two goats, one argument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prize, two goats, and a host who knows too much.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21408"/>
            <a:ext cx="2377440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121408"/>
            <a:ext cx="2377440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035040" y="201168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121408"/>
            <a:ext cx="2377440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8778240" y="2011680"/>
            <a:ext cx="2834640" cy="38404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host's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52560" y="2670048"/>
            <a:ext cx="228600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knows where the prize is.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always opens a door you didn't pick.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always a goat.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he offers the switch.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pick. He opens a goat door. Stay with your door, or switch to the other closed one?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your intuition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ink, before any math. The data will grade it tomorrow.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30175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pick was as good as any. Moving can't help.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70048"/>
            <a:ext cx="30175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just told you something. Use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0175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closed doors, fifty-fifty. Obviously.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this puzzle ran in a magazine in 1990, about ten thousand readers — a thousand of them with PhDs — wrote in to insist the columnist's answer was wrong. It wasn't.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in natural language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ingredients. Yours needs all of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3017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a specific order.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the user for a number. Multiply it by 2. Display the result.”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70048"/>
            <a:ext cx="3017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actions.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guess equals the number, display Correct. Otherwise, display Try again.”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017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steps.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“Repeat steps 2–4 until the user guesses correctly.”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English. Numbered steps. No Python allowed.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steps vs. vague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a very literal robot.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something with the age and show the result.”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stops here and stares at you.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the user for their age. Convert the input to a number. If the age is 18 or greater, display Adult. Otherwise display Minor.”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executes this without asking anything.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step. Start with a verb. Leave nothing to interpretation.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the host's step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sentence in the algorithm. Write it precisely.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6751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step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61264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contestant has picked a door. The prize is behind one door. Describe EXACTLY how the host chooses which door to open.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could a literal robot follow your sentence and never, ever reveal the prize — even when the contestant's pick forces the host's hand?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trap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670048"/>
            <a:ext cx="3474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contestant picked a goat door, how many doors can the host legally open?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contestant picked the PRIZE door, how many?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the host opens a door that is not the contestant's pick AND not the prize — both constraints, every 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games settle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can't. Data does.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3,345</a:t>
            </a:r>
            <a:pPr algn="ctr" indent="0" marL="0">
              <a:buNone/>
            </a:pPr>
            <a:r>
              <a:rPr lang="en-US" sz="64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  </a:t>
            </a:r>
            <a:pPr algn="ctr" indent="0" marL="0">
              <a:buNone/>
            </a:pPr>
            <a:r>
              <a:rPr lang="en-US" sz="6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6,655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when staying          </a:t>
            </a:r>
            <a:pPr algn="ctr" indent="0" marL="0">
              <a:buNone/>
            </a:pPr>
            <a:r>
              <a:rPr lang="en-US" sz="1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when switching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counts will differ a little — it's random. The ratio won't.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your algorithm becomes the program that produces this evidence.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4414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natural-language algorithm in your notebook — sequencing, selection, and iteration, followable by another student.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5387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it: a program running at least 10,000 trials, counting wins for staying and switching, printing labeled results.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machine runs in reverse — four lines of code in, one algorithm out.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