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last lab their finger did the computing — every switch flip was manual. Today the switches start flipping each other. Also on deck: encapsulation (turning a circuit into a reusable named part) and, by end of the two days, a third gate: NOT. This deck runs across both days; stop after the encapsulation slide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problem land before the part: ask 'what's wrong with the circuits you built last week?' Nothing — except the operator. The computer can't include your finger. The requirement, stated plainly: a switch flipped by an electrical signal instead of a hand. Then introduce its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rule, said three ways: voltage at the Gate closes the path from Source to Drain. The Gate is the finger. In the lab each old switch gets removed and replaced by an N-type transistor — S toward power, D toward the LED side, G waiting for a signal. Warn about P-type now and again in lab; it's the most common silent error and it inverts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beat — keep it short. Every one of those twenty billion is the same three-pin part they're about to place, following the same one rule. Nothing in the phone is smarter than that; there's just an unreasonable quantity of it. Optional aside: transistors switch billions of times per second, which is where clock speed (GHz)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 vocabulary word of the unit: encapsulation. In Antares: Circuit Input components wired to the transistor G pins (named A and B via the Name property — the property, not a text label), and a Circuit Output where the LED was. Sell the payoff: next week they'll place whole MyAND gates the way they place switches today. DAY 1 STOPS HERE — students go build; the Z mystery will find them, and the wrap collects hypotheses without confirming 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Connect to their own Day 1 observations and written hypotheses — quote a good one by name if you can. The distinction that matters: 0 is a definite answer (ground); Z is no answer at all (floating). The pull resistor guarantees an answer. In lab: Pull Resistor from the Net folder, placed just before the Circuit Output, junction trick with the option key is in the lab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Two-row truth table — have them predict it from the description before showing (cover the table or reveal after). Conceptual heart: the pull-HIGH resistor makes 1 the default, and the transistor's only power is to drag the output down. That inversion of responsibility is why NOT needs a different pull direction than AND/OR — the amber warning is the lab's most common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Deliverables: MyNOT truth table in the notebook, screenshots of all three circuits. Rubric's 4: named I/O, outputs that always read 0 or 1, verified NOT gate. Preview: with AND, OR, and NOT encapsulated, next lab builds XOR without touching a single transistor — that's the point of everything they did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· G ·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Transistor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that electricity flips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Digital Logic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your switches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MyAND works — as long as you provide the fingers.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20, the inputs were your mouse clicks. Fine for a demo; useless for a computer. A processor makes billions of decisions per second, and none of them can wait for a hand.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need: a switch another circuit can flip.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gates can drive gates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0" y="274320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switch is controlled by voltage, then one gate’s output can operate the next gate’s inputs — and circuits chain into machines. That single idea is the rest of this unit.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transistor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pins. One rule.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21408"/>
            <a:ext cx="34747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549701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arrives — connect toward the voltage source.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121408"/>
            <a:ext cx="34747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434840" y="3549701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pin. Voltage here closes the switch. This is the “finger.”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21408"/>
            <a:ext cx="34747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29600" y="3549701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leaves — connect toward the LED or output.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voltage at G connects S to D. No voltage at G, no path.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you’ll use the N-type transistor — not P-type. Check twice; they look like siblings and behave like opposites.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switches make a computer?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≈20,000,000,000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in the chip inside a modern phone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circuit today:  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part. Same rule. Just more of them.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Encapsulation: name the box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inputs and the output. Hide the wiring.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95728"/>
            <a:ext cx="13716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75888"/>
            <a:ext cx="13716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488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971800" y="22860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22860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MyAND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949440" y="29260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3035808"/>
            <a:ext cx="13716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32520" y="22860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circuit has named Circuit Inputs and a Circuit Output, it becomes a component — a part you can drop into a bigger design without ever looking inside again.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flip light switches all day without opening the wall. That’s encapsulation — trust the interface, ignore the guts.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mystery of Z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 isn’t 1. It isn’t 0 either.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12848"/>
            <a:ext cx="32918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8203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09974"/>
            <a:ext cx="310896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nothing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2103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212848"/>
            <a:ext cx="32918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206240" y="348203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3909974"/>
            <a:ext cx="310896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ground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210312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 pull resistor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gently ties the output to ground, so “no signal” reads as a definite 0. When the transistors do conduct, current takes the easier path to the output and wins.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and disconnected are different things. A computer needs every wire to answer the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 gate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input. One job: flip it.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194560"/>
          <a:ext cx="3291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10312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an inverter. Feed it a 0, get a 1. Feed it a 1, get a 0. It’s the smallest gate — and with AND and OR it completes your starter set.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6217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840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build, in one breath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resistor set to pull HIGH holds the output at 1 — until voltage at A switches the transistor on and drains the output to ground. Input on, output off. The full recipe is in the lab.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3977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this resistor pulls HIGH. Your gates’ resistors pull LOW.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switch in MyAND and MyOR with an N-type transistor.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Encapsulate: named inputs A and B, a Circuit Output, and a pull resistor so it reads 0 — never Z.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MyNOT, predict its truth table, and verify it in simulation.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gates made of gates — and a circuit that does arithmetic.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2026-08-17T04:27:38Z</dcterms:created>
  <dcterms:modified xsi:type="dcterms:W3CDTF">2026-08-17T04:27:38Z</dcterms:modified>
</cp:coreProperties>
</file>