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lab 10: the library exists, make_move has an algorithm — now check_win has to notice every one of the 69 winning lines. Today's claim: we will not write one giant function. We'll write four small ones, each answering one narrow question, and let check_win call them. Deck spans two days: Day 1 through the dark slide, Day 2 opens on the what-changes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 the counts come from? Horizontal: a 4-run needs a start column 0-3, any of 6 rows = 24. Vertical: start row 0-2, any of 7 columns = 21. Diagonals: 3 start rows × 4 start columns each direction = 12 + 12. Ask students to verify one count — the arithmetic IS the bounds logic they'll write in an hour.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decomposition insight: 69 special cases collapse into one question asked at every location, in four directions. Each helper takes (state, row, col) and returns True/False. This is procedural abstraction doing its job — the same idea as encapsulation in digital logic, if your class has that unit behind them: build a part, trust the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top to bottom. The row+0/col+0 arithmetic looks silly on purpose — it makes the walking direction visible so the other three helpers are honest edits, not mysteries. Trace one call live: is_horiz_win(state, 5, 0) on a board with RYRY in the bottom row (False — pieces differ), then on RRRR (True). Ask: why does the blank guard come before the comparison?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Day 1 instruction. The green row: a horizontal win CAN start at col 3 (pieces at 3,4,5,6). The amber row: starting at col 4 needs a piece at col 7, which doesn't exist. Worse than crashing: Python negative indexes WRAP, so a missing bound check can silently read the wrong end of the board and lie. Day 1 lab: add is_horiz_win, test it, adapt to is_vert_win.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Recap: horizontal and vertical are done (green rows); the amber rows are today. Don't fill in the ?s from the front — the practice slide has students derive them. The 'walks backwards' line is the lab's own hint: the ascending diagonal moves row DOWN in number as col climbs, because row 0 is the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quiet minutes in notebooks, then compare with a neighbor before anyone codes. Common stumble: assuming ascending starts in rows 0-2 like descending — sketch it on the grid; a win that goes UP from row 1 leaves the board. Then release to lab: build both diagonal helpers, then wire check_win to scan all locations calling all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mirror Turn It In: nothing separate today — the four helpers go into the Connect4 library file, submitted with the Connect4 assignment. Rubric's 4: all four directions detect exactly the wins that start at the given location, and every helper returns False near the edges instead of crashing. Tease next lab: check_move and its three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 R  R 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 lines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helpers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Win Helpers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function per direction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Algorithms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69-line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them all in one function is possible. So is eating a pizza in one bite.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12848"/>
            <a:ext cx="3291840" cy="123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482035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909974"/>
            <a:ext cx="3108960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rows × 4 starts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210312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212848"/>
            <a:ext cx="3291840" cy="123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480560" y="3482035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909974"/>
            <a:ext cx="3108960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rows × 7 columns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10312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212848"/>
            <a:ext cx="3291840" cy="123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138160" y="3482035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3909974"/>
            <a:ext cx="3108960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each direction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that checks all 69 is a function nobody can read, test, or fix.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narrow question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location the START of a four-in-a-row?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R R R - - -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here, look right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210312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2286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check_win gets easy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2761488"/>
            <a:ext cx="46634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every location on the board. At each one, ask all four helpers: does a win start HERE, going your direction? Any yes means "WIN". A full board with no yes means "TIE". Otherwise: "IN PROGRESS".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helpers do the seeing. check_win just asks.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is_horiz_win, line by 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you're given. The other three are variations.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949440" cy="4114800"/>
          </a:xfrm>
          <a:prstGeom prst="roundRect">
            <a:avLst>
              <a:gd name="adj" fmla="val 1778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39112"/>
            <a:ext cx="640080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is_horiz_win(state, row, col):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row &lt; 0 or row &gt; 5: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col &lt; 0 or col &gt; 3: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piece1 = state[row+0][col+0]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piece2 = state[row+0][col+1]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piece3 = state[row+0][col+2]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piece4 = state[row+0][col+3]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piece1 == "-":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piece1 == piece2 == piece3 == piece4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863840" y="187452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Bounds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38160" y="253288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locations that would read off the board.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63840" y="32918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Gather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0" y="395020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+0/+1/+2/+3 offsets are the direction, written out.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63840" y="4709160"/>
            <a:ext cx="3749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4892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Guard, then compare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38160" y="536752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Blanks match blanks — reject them first, then all-four-equal is a win.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col stops at 3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 needs room.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3:   -  -  -  R  R  R  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0" y="31089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4:   -  -  -  -  R  R  R 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0" y="420624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at column 4, the fourth piece is off the board.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bounds check refuses the question instead of crashing on the answer.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two things change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bounds that keep four pieces on the board, and the offsets that gather them.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10698480" cy="914400"/>
        </p:xfrm>
        <a:graphic>
          <a:graphicData uri="http://schemas.openxmlformats.org/drawingml/2006/table">
            <a:tbl>
              <a:tblPr/>
              <a:tblGrid>
                <a:gridCol w="2674620"/>
                <a:gridCol w="2674620"/>
                <a:gridCol w="2674620"/>
                <a:gridCol w="26746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bound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 bound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offsets (row, col)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is_horiz_win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0–5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0–3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+0,+0  +0,+1  +0,+2  +0,+3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is_vert_win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0–2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0–6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+0,+0  +1,+0  +2,+0  +3,+0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is_diag_descending_win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is_diag_ascending_win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diagonals change both indexes at once — and one of them walks backwards.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bound the diagonals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before you code. The board will grade you.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Descending  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484632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 walks down-right: row and col both grow.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rows can it START in?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columns?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four offsets.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Ascending  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70048"/>
            <a:ext cx="484632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 walks up-right: col grows, row shrinks.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rows can it START in?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columns?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four offsets.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descending — rows 0–2, cols 0–3 · ascending — rows 3–5, cols 0–3, offsets walk row −1 −2 −3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1214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is_horiz_win to your library and test it on a board you build by hand.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035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is_vert_win, is_diag_descending_win, and is_diag_ascending_win — new bounds, new offsets, same shape.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502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separate to turn in — the helpers ship inside your Connect4 library, submitted with that assignment.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check_move — the referee's whistle, and the three quick checks behind it.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2026-08-19T15:52:16Z</dcterms:created>
  <dcterms:modified xsi:type="dcterms:W3CDTF">2026-08-19T15:52:16Z</dcterms:modified>
</cp:coreProperties>
</file>