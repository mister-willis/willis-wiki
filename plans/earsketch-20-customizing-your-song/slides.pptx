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Getting Started: everyone has a script playing sounds on tracks — at 120 beats per minute, because that's the default, and defaults are nobody's choice. Today three customizations: a tempo chosen on purpose, comments a stranger could learn from, and a sound imported from outside EarSketch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beats definition: play ten seconds of the same loop at 90 and at 150 — the room hears what BPM means before anyone defines it. The landmarks are approximate genre centers, not laws. The assignment requires anything other than 120; push for a REASON — 121 technically complies and completely misses the point, which is choosing.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exchange-rate line is the concept worth keeping: students' fitMedia calls are all in measures, and tempo silently redefines what those measures cost in seconds. Placement matters practically — setTempo at the top reads as a decision; buried mid-script it reads as an accident and confuses the next reader (often the author, next week).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lab's own standard, staged as a pair. The test for every comment: does it say something the code cannot? WHAT is the code's job; WHY is the author's. Three useful comments are required — and 'useful' is defined exactly this way in the assignment's info box, so grading this is not a matter of taste.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future-you framing lands better with students than 'documentation.' A good prompt while circulating: 'what will you have forgotten about this script by December?' — whatever they answer is the comment worth writing. Didn't-work notes are underrated and professional: they save the reader from re-running dead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2.3 of the curriculum is the click-by-click reference — keep it on the projector during lab. Two real-world speed bumps: Freesound wants its own free account, and a downloaded sound isn't IN EarSketch until it's uploaded there. The requirement is the sound PLAYING in the mix — imported-but-unused earns nothing, per the rubric.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minutes, then defend one call with a neighbor. Comments 1 and 3 restate their code; 2 and 4 record intent. Number 4 is the model: it explains a decision the code can't reveal (why measure 9 matters). Then release to lab: tempo, three comments, Freesound import.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mirror Turn It In: the script downloaded and submitted as .py in Google Classroom. Rubric's 4: a tempo that suits the song, three comments that pass the why-test, the custom sound audible in the mix. Tease: beat strings next — students stop borrowing drums and write their own, sixteen characters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 → 91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setTempo(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Customizing Your Song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song at the default settings is nobody's song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EarSketch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Tempo: beats per minute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knob — and a genre signature.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291840" cy="2468880"/>
          </a:xfrm>
          <a:prstGeom prst="roundRect">
            <a:avLst>
              <a:gd name="adj" fmla="val 2963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212848"/>
            <a:ext cx="3291840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353507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hip-hop territory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2103120"/>
            <a:ext cx="3291840" cy="2468880"/>
          </a:xfrm>
          <a:prstGeom prst="roundRect">
            <a:avLst>
              <a:gd name="adj" fmla="val 2963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212848"/>
            <a:ext cx="3291840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124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480560" y="353507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/ dance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8160" y="2103120"/>
            <a:ext cx="3291840" cy="2468880"/>
          </a:xfrm>
          <a:prstGeom prst="roundRect">
            <a:avLst>
              <a:gd name="adj" fmla="val 2963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2212848"/>
            <a:ext cx="3291840" cy="1283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138160" y="353507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 &amp; bass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029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loops, different tempo, different song. setTempo() re-fits every sound to the new speed.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call, global reach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setTempo() changes what every measure means.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53035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setTempo(91)   # near the top,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# with your setup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40880" y="2011680"/>
            <a:ext cx="45720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194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re-fits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0" y="2670048"/>
            <a:ext cx="402336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stretch or shrink to the new beat. A measure gets longer or shorter in SECONDS while staying the same length in MUSIC.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call, whole song — which is why it lives at the top, not buried at line 40.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 is musical time. A second is clock time. Tempo is the exchange rate.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comment that narrates vs. the comment that explains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the tempo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0" y="2880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no points with anyone — the code already says it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37490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91 BPM: lo-fi feel, matches the rain sample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0" y="44348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reader something the code can't: WHY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Comments: the why test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for a stranger — or you, next week.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writing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4754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section exists. Why this tempo, this sound, this order. What you tried that DIDN'T work, so future-you doesn't retry it.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worth writing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670048"/>
            <a:ext cx="4754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restatement of the line below it. If deleting the comment loses nothing, the comment was nothing.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 two weeks is a stranger with your login. Write for that person.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sound EarSketch doesn't have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Freesound: find it, fetch it, make it yours.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99339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49040" y="1993392"/>
            <a:ext cx="8503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freesound.org — rain, vinyl crackle, a door slam, anything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94436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92608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49040" y="2926080"/>
            <a:ext cx="8503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the audio file (a free Freesound account is required)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77056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77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85876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3858768"/>
            <a:ext cx="8503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Sound in EarSketch — Section 2.3 walks the clicks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809744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809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791456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4791456"/>
            <a:ext cx="8503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sound gets a constant name; fitMedia() treats it like any other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keep or cut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comments. Which earn their keep?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7589520" cy="3291840"/>
          </a:xfrm>
          <a:prstGeom prst="roundRect">
            <a:avLst>
              <a:gd name="adj" fmla="val 2222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30552"/>
            <a:ext cx="704088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# call fitMedia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fitMedia(drums, 1, 1, 17)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# drums run the full song as the backbone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# increase x by one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x = x + 1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# start bass late so the drop at 9 hits harder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95360" y="1965960"/>
            <a:ext cx="3017520" cy="329184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0" y="2624328"/>
            <a:ext cx="246888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or cut, each one — and the one-word reason.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cut 1 and 3 (narration) · keep 2 and 4 (they say why)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tempo other than 120 — chosen on purpose, placed with your setup.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35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at least three useful comments (the why kind), and add one custom Freesound sound that plays in your mix.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in: download your script and submit the .py file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you write the drums — one character at a time.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2026-08-19T15:41:56Z</dcterms:created>
  <dcterms:modified xsi:type="dcterms:W3CDTF">2026-08-19T15:41:56Z</dcterms:modified>
</cp:coreProperties>
</file>