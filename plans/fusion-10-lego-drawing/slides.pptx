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00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drawings look 3D. Perspective is what a camera/eye sees (converging edges); isometric keeps edges parallel and to scale, so it's the technical pictorial. Perspective is for art, isometric for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Third-angle layout: top sits above front, side to the right. The dashed lines show how the views line up and share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grid paper: three square-grid panels = orthographic Top/Front/Side; the triangular-grid panel = the isometric view. Same part, two ways of showing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Sketch to Solid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49808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3D design begins as a 2D drawing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Mechanical Drawing  ·  before we open Fusion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052560" y="5212080"/>
            <a:ext cx="685800" cy="685800"/>
          </a:xfrm>
          <a:prstGeom prst="rect">
            <a:avLst/>
          </a:prstGeom>
          <a:solidFill>
            <a:srgbClr val="2C3E63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66960" y="5212080"/>
            <a:ext cx="685800" cy="685800"/>
          </a:xfrm>
          <a:prstGeom prst="rect">
            <a:avLst/>
          </a:prstGeom>
          <a:solidFill>
            <a:srgbClr val="2C3E63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81360" y="5212080"/>
            <a:ext cx="685800" cy="685800"/>
          </a:xfrm>
          <a:prstGeom prst="rect">
            <a:avLst/>
          </a:prstGeom>
          <a:solidFill>
            <a:srgbClr val="2C3E63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models start as flat, 2D sketches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designer almost never starts in 3D. They start by drawing a simple, flat shape — then give it depth. That flat starting shape is called a sketch. Get the 2D sketch right, and the 3D shape follows.</a:t>
            </a:r>
            <a:endParaRPr lang="en-US" sz="1800" dirty="0"/>
          </a:p>
        </p:txBody>
      </p:sp>
      <p:pic>
        <p:nvPicPr>
          <p:cNvPr id="5" name="Image 0" descr="dia_sketch_to_sol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834640"/>
            <a:ext cx="868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draw in 3D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vs. isometric</a:t>
            </a:r>
            <a:endParaRPr lang="en-US" sz="1600" dirty="0"/>
          </a:p>
        </p:txBody>
      </p:sp>
      <p:pic>
        <p:nvPicPr>
          <p:cNvPr id="4" name="Image 0" descr="dia_persp_vs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9052560" cy="4288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217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three-dimensional. But perspective distorts sizes, while an isometric drawing keeps every edge parallel and to scale — so you can measure it. That's why engineers use isometric, not perspective.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"orthographic" means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word for a simple idea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</a:t>
            </a:r>
            <a:r>
              <a:rPr lang="en-US" sz="2200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straight / square-on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look at one face head-on, at a right angle.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</a:t>
            </a:r>
            <a:r>
              <a:rPr lang="en-US" sz="2200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drawing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just means a straight-on drawing.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engineers draw this way: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3D6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114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distorted — every length is the true, real-world size.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solidFill>
            <a:srgbClr val="3D6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7731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put exact measurements on it.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3D6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4315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can build the part from it — no guessing.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object → three flat views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orthographic views: Top, Front, Side</a:t>
            </a:r>
            <a:endParaRPr lang="en-US" sz="1600" dirty="0"/>
          </a:p>
        </p:txBody>
      </p:sp>
      <p:pic>
        <p:nvPicPr>
          <p:cNvPr id="4" name="Image 0" descr="dia_three_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6799296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783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describe a 3D object completely, we draw it from three straight-on directions: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0" y="2880360"/>
            <a:ext cx="502920" cy="502920"/>
          </a:xfrm>
          <a:prstGeom prst="ellipse">
            <a:avLst/>
          </a:prstGeom>
          <a:solidFill>
            <a:srgbClr val="E0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 </a:t>
            </a:r>
            <a:r>
              <a:rPr lang="en-US" sz="16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straight at 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0" y="3749040"/>
            <a:ext cx="502920" cy="502920"/>
          </a:xfrm>
          <a:prstGeom prst="ellipse">
            <a:avLst/>
          </a:prstGeom>
          <a:solidFill>
            <a:srgbClr val="E0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 </a:t>
            </a:r>
            <a:r>
              <a:rPr lang="en-US" sz="16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down from above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0" y="4617720"/>
            <a:ext cx="502920" cy="502920"/>
          </a:xfrm>
          <a:prstGeom prst="ellipse">
            <a:avLst/>
          </a:prstGeom>
          <a:solidFill>
            <a:srgbClr val="E0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1248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 </a:t>
            </a:r>
            <a:r>
              <a:rPr lang="en-US" sz="16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from the right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0" y="5669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flat views hold everything needed to build the real part.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Orthographic vs. isometric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drawing styles you'll use today</a:t>
            </a:r>
            <a:endParaRPr lang="en-US" sz="1600" dirty="0"/>
          </a:p>
        </p:txBody>
      </p:sp>
      <p:pic>
        <p:nvPicPr>
          <p:cNvPr id="4" name="Image 0" descr="dia_ortho_vs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1481328"/>
            <a:ext cx="8229600" cy="40321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80160" y="5742432"/>
            <a:ext cx="9601200" cy="749808"/>
          </a:xfrm>
          <a:prstGeom prst="roundRect">
            <a:avLst>
              <a:gd name="adj" fmla="val 975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54480" y="5742432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grid paper:  </a:t>
            </a:r>
            <a:r>
              <a:rPr lang="en-US" sz="15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square-grid panels are the </a:t>
            </a:r>
            <a:r>
              <a:rPr lang="en-US" sz="155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Orthographic</a:t>
            </a:r>
            <a:r>
              <a:rPr lang="en-US" sz="15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views; the triangular-grid panel is the </a:t>
            </a:r>
            <a:r>
              <a:rPr lang="en-US" sz="155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Isometric</a:t>
            </a:r>
            <a:r>
              <a:rPr lang="en-US" sz="15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draw it by hand today?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after the idea, not the technique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66160" y="19202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sketch by hand on grid paper. The goal is to train your eye to see an object as separate 2D views.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33375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Autodesk Fusion draws the perfect lines for you — but it still asks you to think in 2D sketches first.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47548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changes; the way of thinking doesn't. That's what today is really about.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Autodesk Fusion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on a computer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Fusion you'll draw a 2D sketch, then "extrude" it to add depth — turning your flat shape into a solid 3D model. Exactly what you'll practice on paper today.</a:t>
            </a:r>
            <a:endParaRPr lang="en-US" sz="1800" dirty="0"/>
          </a:p>
        </p:txBody>
      </p:sp>
      <p:pic>
        <p:nvPicPr>
          <p:cNvPr id="5" name="Image 0" descr="dia_sketch_to_sol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880360"/>
            <a:ext cx="868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rgbClr val="E0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2651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simple object and sketch its Top, Front, and Side views by hand.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E0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view straight-on — true shapes, true sizes.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E0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three flat drawings can capture one solid object.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in 2D. Think in 3D.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4687</TotalTime>
  <Words>591</Words>
  <Application>Microsoft Macintosh PowerPoint</Application>
  <PresentationFormat>Widescreen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 Willis</cp:lastModifiedBy>
  <cp:revision>1</cp:revision>
  <dcterms:created xsi:type="dcterms:W3CDTF">2026-08-13T13:55:59Z</dcterms:created>
  <dcterms:modified xsi:type="dcterms:W3CDTF">2026-08-17T02:39:13Z</dcterms:modified>
</cp:coreProperties>
</file>