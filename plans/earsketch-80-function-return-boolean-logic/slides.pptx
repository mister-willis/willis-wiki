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Lists: the toolkit is nearly complete — sections, loops, effects, a listed palette. Two gaps remain, and they're today: functions that ANSWER (return values, so sections can chain themselves), and a song that LISTENS (readInput plus boolean logic, so a user's answer changes the music). Last skill lab before Release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with the students' own main programs: those setlist calls — verse(3), chorus(11) — contain hand-computed measure numbers, and changing a section's length breaks all the numbers after it. That maintenance pain is the motivation for return values; the chain slide shows the cure.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uncaught-return is the do-now and the practice slide's trap — hammer the letter-nobody-opens image. The early-return bug is the other half: return placed before the section's fitMedia calls skips the music entirely. Position rule: the return goes at the BOTTOM of the def.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payoff slide — trace it call by call on the board with real numbers (intro returns 3, verse returns 11...). The no-renumbering line is the professional argument: data flowing between procedures replaces hand-maintained constants. This chained pattern is the assignment's own suggested example, so building it in lab is squarely on-spec.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readInput returns a STRING of whatever was typed — including numbers, which arrive as text and compare as text ('8' &gt; '12' is True in string-land; convert before numeric branching). The users-type-anything warning sets up the DJ test: a neighbor answering the prompts cold is the only honest test of input handling.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boolean expression is the graded skill: a comparison producing True/False, steering an if/else. Compound logic (or, and) enters naturally through input tolerance. The audibly-different requirement matters — branching that changes nothing a listener can hear is logic without a point; both paths should be worth choosing.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minutes, neighbor-checked, then verify on the projector. B is the uncaught return in the wild; C is capitalization meeting the public. Then release: add a return to a section, chain at least two calls, wire the prompt and branch, and run the DJ test — a neighbor answers the prompts cold, BOTH paths.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Deliverables mirror Turn It In: the script downloaded and submitted as .py in Google Classroom. Rubric's 4: a return value that genuinely steers the program (not just printed), and an audible, crash-free branch on the listener's answer. Tease: Release Day — the culminating song, the class vote, and the bragging rights.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ask → answer → branch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end_measure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&amp; Boolean Logic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song takes requests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Computer Science  •  EarSketch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one-way conversation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call. They work. They say nothing back.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functions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chorus(13) performs faithfully and reports nothing — not even where it ended. The caller guesses measure numbers and hardcodes them.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201168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670048"/>
            <a:ext cx="4754880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section function RETURNS its ending measure. The caller catches it and hands it to the next section. Nobody guesses; the song assembles itself.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— and capture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answer nobody catches evaporates.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verse(start):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fitMedia(bass, 2, start, start + 8)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start + 8   # where I ended</a:t>
            </a: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endParaRPr lang="en-US" sz="145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verse(1)   # end is now 9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halves, both required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must RETURN, and the caller must CATCH — variable on the left of the =.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verse(1) alone on a line still plays music, but the 9 vanishes into the air.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is the function's last word — anything after it never runs. Music first, return last.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section tells the next where to start.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5852160" cy="2377440"/>
          </a:xfrm>
          <a:prstGeom prst="roundRect">
            <a:avLst>
              <a:gd name="adj" fmla="val 3077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67712"/>
            <a:ext cx="530352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intro(1)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verse(end)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chorus(end)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verse(end)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chorus(end)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858000" y="2103120"/>
            <a:ext cx="47548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end move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0" y="2761488"/>
            <a:ext cx="4206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3 → 11 → 15 → 23 — each call starts where the last one ended, because the return SAID where that was.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8463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verse two measures longer, and every later section moves itself. No renumbering. Ever.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readInput(): the song takes requests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readInput("More cowbell? yes/no")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32918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dialog pops up. The listener types. Your program holds their words.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2062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warning: users type anything. “yes”, “Yes”, “YES!”, “sure”. Your logic meets the public today.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logic on the answer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or False — and the song branches.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2651760"/>
          </a:xfrm>
          <a:prstGeom prst="roundRect">
            <a:avLst>
              <a:gd name="adj" fmla="val 2759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readInput("Hype intro? yes/no")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answer == "yes":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fitMedia(riser, 4, 1, 3)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else: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fitMedia(soft_pad, 4, 1, 3)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paths are real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and no each produce a working, audible song. The rubric checks both — a branch that crashes on “no” is half a feature.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Sturdier: if answer.lower() == "yes" — or accept "y" with an or. The public is creative.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predict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snippets. One trap.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309360" cy="3108960"/>
          </a:xfrm>
          <a:prstGeom prst="roundRect">
            <a:avLst>
              <a:gd name="adj" fmla="val 2353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76272"/>
            <a:ext cx="576072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A)  def outro(start):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start + 4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= outro(17)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B)  outro(17)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C)  a = readInput("loud? yes/no")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DFF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 == "yes":  # user typed Yes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0" y="2011680"/>
            <a:ext cx="42976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2670048"/>
            <a:ext cx="374904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what's in end?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what happened to the 21?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 which branch runs — and how do you fix it?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A → 21 · B → evaporated, nobody caught it · C → the else — "Yes" ≠ "yes"; fix with a.lower()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0584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148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21214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section function return something useful, and use it in the main program — chained placement is the classic.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0632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30358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your listener with readInput() and let boolean logic change the song — both answers run clean.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9502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in: download your script and submit the .py file in Google Classroom.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Release Day. One song, everything you've got, and a listening party with stakes.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2026-08-19T15:41:56Z</dcterms:created>
  <dcterms:modified xsi:type="dcterms:W3CDTF">2026-08-19T15:41:56Z</dcterms:modified>
</cp:coreProperties>
</file>