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 — the unit's biggest build (36 steps). Day 1: the mode system, run animation, jumping, obstacles. Day 2: score, Game Over, reset(), and the costume screen. Hook: this is the big one — a real infinite runner like Dino Jump, with a character select and a clean restart. The secret isn't more code; it's smaller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Dino Jump if the room hasn't lived it (they have). Walk the cycle: costume → play → game over → back. The do-now already listed non-gameplay screens; every one of them is 'a mode' in this sense. Today builds play; tomorrow closes the circle. One honest warning: 36 steps, two days, and the steps are small on purpose — pace, don't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dispatch pattern: both big functions ask 'which world are we in?' and delegate. Note draw_score() appearing in TWO branches — that's tomorrow's why-functions payoff, planted today. The typo warning is real: mode-string typos freeze the game with no error message. A student who learns to check the string first saves twenty minutes of staring.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Lab 30's two-frame flap, scaled to ten frames — same two lines, better wardrobe. Each costume is a folder in animations/ (ninja 10 frames, dino 8, knight 10); add() doesn't care how many, which is what lets costumes differ without any counting code. The trap for tomorrow: runner.image stays 'ninja0' while an animation plays, so a costume check must compare runner.anim.base, not the image name — the assignment has a warning box for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unit's thesis on one slide: after 36 steps, the two functions that run everything still fit here — because every job lives in a named helper. The lab's closing section ('Something You Should See') makes students stop and notice this; the slide primes them to. DAY 1 ENDS after the lab block that follows — a playable, unlosable runner. Cliffhanger for Day 2: 'your game can't end yet.'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do-now (list what must go back) maps line-for-line onto this slide — connect students' lists to it by name where you can. The right column is the debugging cheat sheet: each omission has a signature bug, so a weird round two tells you which line is missing. Then the day's arc: score → game over → reset → costume screen. Return key in game-over mode calls reset(); that's the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The left question makes the reset checklist concrete via its failure; the right one is the lab's own 'Something You Should See' argument, rehearsed before they meet it in print. Then release to the Day 2 build: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runner.py, submitted in Google Classroom. Rubric's 4: all three modes end to end, a reset with nothing left behind, and update()/draw() still reading as short helper lists. The full-loop test: costume → play → die → game over → Enter → costume, twice, watching for leftovers. Tease: lab 110 closes the unit with edge positioning and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costume  →  play  →  game over  →  reset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runner.mode =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"play"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Infinite Runner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worlds, one game — and the reset that ties them together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game, three worlds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has its own look and its own rules.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costume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cycles ninja → dino → knight. Return starts the run.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6908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jump, dodge cacti. Score climbs every frame you survive.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over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5820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screen — final score still showing. Return resets.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Game Over loops back to costume. A circle, closed by one function: reset().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string runs the whole show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and draw() both ask the same question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runner.mode == "play":
        draw_game()
        draw_score()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runner.mode == "game over":
        draw_game_over()
        draw_score()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runner.mode == "costume":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draw_costume()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runner.mode is just a string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76148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"costume", "play", or "game over". Change the string, and every function changes its behavior on the next frame.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384048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4088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is load-bearing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449884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"gameover" is not "game over". A typo doesn't error — the branch just silently never runs. Worst kind of bug: the quiet kind.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flipbook, industrial edition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run frames, two lines, no counting.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3774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runner.anim.add("ninja", durations=1.0)
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runner.anim.add("dino", durations=1.0)
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runner.anim.set_base("ninja")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21031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is an animation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0" y="2761488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animations/ninja holds ninja_0 … ninja_9. add() loads them all; durations is one full stride. Lab 30's bee, with a bigger wardrobe.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is new, and tiny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5047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runner.y += runner.speed_y is exactly runner.y = runner.y + runner.speed_y, typed less. Programmers add so often it earned a shortcut.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43891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 swap the BASE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5047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Actor, three wardrobes: set_base("dino") and the same runner is a dinosaur. runner.anim.base tells you which is on. That's the whole character select.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steps of game. Nine lines of traffic control.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160" y="196596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54480" y="2194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runner.mode == "play":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apply_gravity()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do_obstacles()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runner.score += 1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check_damage()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96596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0" y="2194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mode "play":     game + score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"game over":   end + score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"costume":     wardrobe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functions are what make big games possible. Adding a fourth mode? Two more lines.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reset(): put everything back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 game is easy. Restarting one cleanly is engineering.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01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runner.score = 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901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round two starts rich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79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runner.speed_y = 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679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runner starts mid-fall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obstacles.clear()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456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yesterday's cacti are waiting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runner.obstacles_timeout = 0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42336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first cactus comes early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B74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010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runner.mode = "costume"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5010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wardrobe — the circle closes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forgotten line is a different haunting. Your do-now list is this function.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in your head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haunting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classmate's reset() is missing obstacles.clear(). Describe exactly what the player sees at the start of round two.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function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draw_score() is one line. Why does it deserve to be a function? (Hint: count where it's called from.)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each, in the notebook.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old cacti mid-screen — often instant death · called from two modes; change the look once, both update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costume screen: Space cycles the characters, Enter starts the game.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7706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animates, jumps with Space, and dodges cacti that arrive on a timer.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an obstacle shows Game Over — with the final score still visible.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3799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5254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from Game Over resets everything, back to costume. Submit runner.py in Google Classroom.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platforms — the one collision trick every platformer is built 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