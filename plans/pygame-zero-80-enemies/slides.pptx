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Two-day lesson; deck spans both. Day 1: spawning a squad with a loop, helper functions, and patrol behavior. Day 2: the chase — written by the students from a pseudocode plan, as the assessment. Hook: a game needs opposition, and today they build the opposition's brain. Both brains, actually.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 makes students type the hard way first (e1, e2, e3), then DELETE it for the loop — the pain is the lesson; don't skip it. Note the angle trick: randint(0,3) * 90 gives exactly 0, 90, 180, or 270 — a random facing from lab 70's compass, never 45. Ask: what changes for thirty enemies? One number. That's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60's throw_heart() was one helper; today the whole game reorganizes around them. The projected update() is the target state — if a student's update() is thirty lines, something belongs in a helper. The commented-out line is deliberate: swapping move_enemies() for move_enemies_smart() is how Day 2's assessment plugs in without touching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operator, worth a beat: % gives the remainder after division. The clock analogy lands: 10 o'clock plus 4 hours is 2 o'clock — hours are % 12. Here angles are % 360, so +180 always means about-face no matter the starting angle. The lab uses it for edge-bouncing patrols; lab 100 reuses it for animation frames. Two labs, one operator — worth learning properly.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1's independent work: the three missing elif branches, derived from their own move_player(). The edge check goes at the BOTTOM of the loop, inside it — indentation again. Wrap Day 1 with patrols bouncing on every screen, then the cliffhanger: 'They never notice you. Tomorrow, they do.' Collect one-sentence guesses at how a chase might work — no confirmations. DAY 1 ENDS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 OPENER. The five steps are the lab's own pseudocode — read them aloud, then say what you will and won't help with today: syntax yes, comparisons no. The reuse move is the deep lesson: smart DECIDES, dumb EXECUTES, and composing them is how software grows. Common failure to watch silently: the reuse call indented inside the loop (enemies sprint). Notebook plan before typing — check it at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predictions go in the notebook — they ARE the plan for move_enemies_smart(), worked as examples. The inverted-comparison bug (enemies that flee) traces to exactly the right-hand question; a student who nails it on paper won't ship a coward tank. Then release: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Deliverable: one file, enemies.py. Rubric's 4: loop-built spawn, tidy update(), bouncing patrols, and a chase translated from the pseudocode by the student — with the notebook plan as the evidence it's theirs. Tease: lab 90 brings animate(), a heart HUD, and a proper Game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 in enemies: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dumb 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 Enemies, Smart Enemies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about eight lines — which should worry you a little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Pygame Zero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enemies, fifteen lines. Thirty enemies?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is a trap. The loop is the exit.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way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e1.x = random.randint(0, WIDTH)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e3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(fifteen lines and climbing)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291840"/>
          </a:xfrm>
          <a:prstGeom prst="roundRect">
            <a:avLst>
              <a:gd name="adj" fmla="val 2222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2860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enemies = []
for i in range(3):
</a:t>
            </a:r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Actor("tank_red")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e.x = random.randint(0, WIDTH)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e.y = random.randint(0, HEIGHT)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e.angle = random.randint(0, 3) * 90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enemies.append(e)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range(3) → range(30) is a one-character army. Let the computer do the work.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update() as a table of contents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functions keep a growing game readable.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77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update():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move_player()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move_enemies()
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move_enemies_smart()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035040" y="2103120"/>
            <a:ext cx="55778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0" y="2286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gets a name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761488"/>
            <a:ext cx="5029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move_player() holds the keyboard code. move_enemies() holds the patrol. The names are yours to choose — they're for humans.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035040" y="393192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4114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brains is one line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09360" y="4590288"/>
            <a:ext cx="50292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the dumb call, add the smart one. The whole enemy squad changes behavior because update() only says WHAT happens, not HOW.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lines. A readable game. This is what “organized” looks like in code.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turn-around trick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(angle + 180) % 360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0" y="3337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is modulo — division's remainder. It wraps numbers that grow past the edge.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1605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 + 180 = 450   →   450 % 360 = </a:t>
            </a:r>
            <a:pPr algn="ctr" indent="0" marL="0">
              <a:buNone/>
            </a:pPr>
            <a:r>
              <a:rPr lang="en-US" sz="2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half a circle, and let the remainder clean up. Clocks do this every twelve hours.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Dumb enemies: patrol and bounce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in the direction you face. Turn around at the edge.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6035040" cy="3200400"/>
          </a:xfrm>
          <a:prstGeom prst="roundRect">
            <a:avLst>
              <a:gd name="adj" fmla="val 2286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331720"/>
            <a:ext cx="5577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move_enemies():
    for e in enemies:
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e.angle == 0:    # facing right
            e.x = e.x + 1
</a:t>
            </a:r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elif … your three branches here
</a:t>
            </a:r>
            <a:pPr indent="0" marL="0">
              <a:lnSpc>
                <a:spcPts val="2000"/>
              </a:lnSpc>
              <a:buNone/>
            </a:pP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e.x &lt; 0 or e.x &gt; WIDTH or …: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e.angle = (e.angle + 180) % 360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132320" y="210312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three of the four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761488"/>
            <a:ext cx="3931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is done for you. Up, left, and down are yours — your own move_player() has all the answers.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0" y="397764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“Dumb” is honest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06640" y="4636008"/>
            <a:ext cx="39319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never look at you. They march, hit an edge, about-face, march again. Roombas with turrets.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enemies: the plan is the program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lines of English. Your job: make them Python.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938528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enemy in the list…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271576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15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88336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the player? turn left (180)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31520" y="346557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3438144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of the player? turn right (0)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421538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15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player? turn down · below? turn up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49651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4B74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65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9377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— outside the loop — call move_enemies() to do the walking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80960" y="196596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3324F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2194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955280" y="269748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turns the tanks. Dumb walks them. You already wrote the walking — the last line of smart is a call to move_enemies().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152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 is the assessment. It comes from you — plan it in your notebook first.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plan before you type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march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enemy's angle is 270. Which way does it move, and does its x or its y change — up or down by 1?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70's compass answers this.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turn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Enemy at x = 500, you at x = 300. Which comparison is true, and what angle should the enemy get?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it — a number line settles arguments.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down — y + 1  |  e.x &gt; player.x — turn left, angle 180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red tanks spawn from one loop — random positions, random facings.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is a short list of helper calls; patrols turn around at the screen edges.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move_enemies_smart() — written by you — makes them chase the player. Submit enemies.py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the sky starts dropping weights — and you get five hearts.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2026-08-19T15:35:59Z</dcterms:created>
  <dcterms:modified xsi:type="dcterms:W3CDTF">2026-08-19T15:35:59Z</dcterms:modified>
</cp:coreProperties>
</file>