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period. The board becomes a USB mouse: A clicks left, B clicks right (the press-wait pattern from last lab, from memory), and the accelerometer's tilt readings — scaled by a multiplier — steer the pointer. The new idea is reading a SENSOR instead of a button: continuous numbers, not yes/no. Warn early: once tilt control works, the board fights students trying to edit their own code. Unplug or hold level to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the do-now: they guessed how the phone knows it's sideways; this is the answer, and there's one on the board in their hands. The unpacking line is the tuple move from the music lab — three values arriving together, caught by three names. New category of input: buttons say yes or no; sensors say HOW MUCH. That difference is the whole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rerun: last lab's pattern with mouse.click in place of keyboard.press. Challenge students to write both buttons from memory first and check against the lab after — retrieval beats re-reading. If the pattern isn't in memory, the lab has the complete code; no shame, next lab it will be. The interesting new work is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annotations are the lab's own commentary turned into a table. The multiplier is the day's tuning knob — 2 is the starting suggestion, not the answer; the rubric expects evidence it was adjusted for their game. The minus sign is a one-character design decision students can feel instantly. int() exists because the mouse protocol wants integers — floats throw an error that looks scarier than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mind-blow beat; let it breathe. Ask first: the board is flat and perfectly still — is the accelerometer reading zero? No: z reads gravity, about 9.8, forever. That's HOW it knows which way down is. Flat board: gravity all on z, x and y near zero, pointer still. Tilted: some of gravity leaks into x or y, and that leak IS the tilt number. Falling would read zero on everything — do not verify this with school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Notebooks, two minutes, reveal. The right card checks the gravity slide stuck — z is the giveaway answer. Then release to lab: clicks first (from memory if they can), then tilt, then tuning. Remind them about editing with a live tilt mouse: unplug or hold the board level, or the pointer drags their cursor mid-keystroke.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Tuning is the lab's actual task list, elevated to a method: one variable, short test, judge, repeat — the same loop that tuned the roulette wheel's delay. The notebook note gives the rotation check-in something concrete to look for (a multiplier that isn't 2, plus a reason). The board swap at the wrap is peer feedback that costs zero setup and reliably improves second drafts.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matches Turn It In exactly: code.py from the CIRCUITPY drive. Rubric's 4: both clicks working, tilt steering, and a multiplier tuned for a specific game on purpose — not a twitch, not a crawl. Tease the finale: the unit's last lab points this same sensor at a balance beam and asks one design question — how much tilt is too much?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tilt_x · tilt_y · tilt_z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tilt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Acceleration as Input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a keyboard. This week a mouse you steer by tilting.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6  •  Circuit Playground Express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accelerometer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that knows which way you're holding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senses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up, slowing down, changing direction — and tilt. It reports three numbers, one per axis: x, y, and 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you've met one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rotating the screen when you turn it. Step counters. Game controllers. Cars deciding to fire airbags. Same sensor, different jobs.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tilt_x, tilt_y, tilt_z = cp.acceleration   —   one line reads all three.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 mode: the clicks are reruns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USB trick, same button pattern. New vocabulary.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669280" cy="3108960"/>
          </a:xfrm>
          <a:prstGeom prst="roundRect">
            <a:avLst>
              <a:gd name="adj" fmla="val 2353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774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 = Mouse(usb_hid.devices)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cp.button_a: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mouse.click(Mouse.LEFT_BUTTON)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cp.button_a: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766560" y="210312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286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0" y="274320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created in setup. Button checked in the loop. Wait for the finger to leave.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B repeats it with RIGHT_BUTTON. Try writing both from memory before peeking at the lab.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Tilt becomes motion: three decisions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of math you'll want to argue with.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0" y="20116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multiplier — sensitivity. Bigger is faster. This is the number you'll tune.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(minus)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0" y="29718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the x direction. Games call this “invert look.” Delete it and steering mirrors.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 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39319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moves in whole pixels — no such thing as moving 3.7 pixels.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mouse_x = -int(tilt_x * 2)     mouse_y = int(tilt_y * 2)     mouse.move(x=mouse_x, y=mouse_y)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715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trip through the loop nudges the pointer. Tilt more, nudge more.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secret about this sensor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916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measuring tilt.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measuring gravity.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always pulls straight down. Tip the board, and gravity's pull shifts across the x and y axes 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does the geometry and calls it tilt.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pointer.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knobs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change the multiplier from 2 to 5.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also delete the minus sign.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change do to the pointer?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board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lies flat and still on the desk.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tilt_x, roughly? What is the pointer doing? And which axis is NOT near zero?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58978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5 = faster/more sensitive; no minus = x steering reverses · tilt_x ≈ 0, pointer parked, z holds gravity (≈ 9.8)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it for a game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multiplier is a feel, and feels are tested, not guessed.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loop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mouse-driven game (3D games work well). Play 30 seconds. Too twitchy? Lower the multiplier. Too sluggish? Raise it. Repeat until your hands stop noticing the controls.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finish the design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 A and B to something USEFUL for your game. Note your final multiplier in your notebook — with one sentence on why that number won.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boards with a neighbor at the wrap. Their hands will find flaws yours forgave.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A clicks like the left mouse button; button B clicks like the right.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729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Tilting the board moves the pointer — tuned until the speed feels right for a game you chose.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in: submit your code.py file from the CIRCUITPY drive.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same sensor, new job — a tilt alarm, field-tested on a balance beam.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2026-08-19T15:28:16Z</dcterms:created>
  <dcterms:modified xsi:type="dcterms:W3CDTF">2026-08-19T15:28:16Z</dcterms:modified>
</cp:coreProperties>
</file>