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day honestly: today is not glamorous, and it is the foundation for a whole unit of real video games. Every game studio has a build setup; this is ours. The win condition is one alien on one sky-blue screen — and the file-and-folder skills to know exactly why it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payoff — this slide buys attention for the folder rules that follow. These are real games they build themselves, not tutorials they watch. Then the honest turn: every one of them needs three boring things to be exactly right — a library, a folder, and a name. That's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once on the projector, slowly. Ask: 'Why isn't the library just built in?' Python is general-purpose — you install the parts you need; a toolbox isn't welded to the truck. If pgturbo already shows as installed, someone got there first — skip ahead, per the lab's info box. The amber warning exists because someone always installs the wrong lookalike.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diagram is the whole lab. Ask: 'The folder is named Images with a capital I — what happens?' Nothing good; computers match names exactly, which they now believe after Reeborg. The amber file placement is the classic failure: alien_test.py must sit BESIDE images, not inside it. The zip now holds two folders — images and animations — and both move; the animations folder isn't needed until lab 30, so a missing one hides until then. Students unzip in Downloads and leave the folders there — circulate during the move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Short beat. Every lab in the unit assumes these images are already in place — that's why we download once now instead of six times later. Each lab also offers its own images individually as a backstop, but the zip is the plan. Unzipping: double-click on a Mac, Extract All on Windows; either way you end with two folders, images and animations, that BOTH move into pygame-turbo.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lines doing jobs our old editor used to do invisibly. First line loads the library; last line starts the engine. Every program in this unit begins and ends exactly this way — it's a template worth memorizing today. Common miss: forgetting pgtrun.go() entirely. No error, no window, just nothing — which is worse than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discuss. These are the two failure modes of the day, verbatim from the lab's checkpoint box — students who can diagnose them now will fix themselves later, and better, fix their neighbors. Then release to lab: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is the one file: alien_test.py, submitted in Google Classroom. Rubric's 4: the file runs AS-IS, which quietly proves the library, the folders, and the images all at once. The checkpoint sweep near the end of class: every screen shows an alien or gets triaged with the two-case diagnosis from the practice slide. Tease: next lab is Nice Bike — pure drawing, real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pygame-turbo/  └─ images/  └─ animations/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pgtrun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pgtrun.go()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Set Up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now saves a headache in every lab that follows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about to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yours by the end of the unit.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vs. bee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players, one keyboard, and a serious allergy.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the Alien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5760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clicks, scores, and a target that won't sit still.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6364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patrol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 that hunt you down. You wrote their brains.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9828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982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runner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Costumes, cacti, Game Over, and a working reset.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runs on the setup you build today. No setup, no games.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library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has a package manager. No websites involved.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▸ Manage packages…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0" y="1993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package manager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 pgturbo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044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Search on PyPI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096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pgturbo → Install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messages to stop, then Close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42239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is named exactly pgturbo — no spaces, no “pygame” in front. The search returns lookalikes; they are not the library we want.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folder to rule them all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Turbo only looks for images and animations in one place.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pygame-turbo/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📁 images/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alien.png … 40 more
    📁 animations/
        bee/  ninja/  dino/  knight/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alien_test.py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sits NEXT TO folders named exactly images and animations — all lowercase, no spaces. Pygame Turbo will not look anywhere else.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93192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590288"/>
            <a:ext cx="4754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Actor("alien") finds images/alien.png by name — no .png needed. If the folder is misnamed or your file is inside it, the game shrugs and shows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download for the whole unit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— aliens, bees, tanks, hearts, and a small wardrobe of runner costumes, plus the animations folder: bee, ninja, dino, knight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files to unpack:  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once, do it right, never think about it again.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bookends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in this unit starts and ends the same two lines.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2860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pgtrun
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WIDTH = 800
HEIGHT = 600
alien = Actor("alien")
# … your game …
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pgtrun.go()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pgtrun — always first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0" y="267004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Pygame Turbo library you just installed. Without it, Python has never heard of Actors or screens.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39319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pgtrun.go() — always last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4590288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game running. Everything between the bookends is your game. Put it anywhere else and the window opens before the game exists.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what broke it?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you build. Both of these will happen near you today.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the missing alien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opens, the sky is blue — no alien, or an error about the image. The library works. What two things do you check?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the red message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program prints: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module named 'pgtrun'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mean, and which section of the lab fixes it?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folders named exactly images and animations · file beside them, not inside  |  library not installed → Install Pygame Turbo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pgturbo with Thonny's package manager — exactly that name.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home: a pygame-turbo folder with the images folder (all 41 images) and the animations folder inside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run alien_test.py — alien centered on sky blue — and submit it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draw a bicycle from nothing but lines, circles, and coordinates.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