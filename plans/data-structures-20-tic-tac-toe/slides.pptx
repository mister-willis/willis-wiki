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lab, and the unit's first full game. Fun fact for the open: played perfectly, tic-tac-toe ALWAYS ties — terrible tournament game, ideal programming project, because the interest is all in the referee. Day 1: state, the board, display and move. Day 2: check (the hard one) and the main loop. Deck pauses after the contracts slide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Bold the vocabulary: state — the current condition of the program's data at a moment in time. The paper analogy is exact: the pencil grid remembers the game between moves; the 2D list replaces the paper. House rule from the spec worth reading aloud: empty is ONE space character " " — not an empty string, not a dash — because display and check both count on it. Do-now already had them writing a mid-game board as a list; this slide confirms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guessing-game discipline scaled up: contracts first, bench-test each part. display gets fed the lab's example mid-game board and must match the sample output; move gets attacked with 5s, letters, and taken spaces. The amber card (check) is deliberately previewed and NOT built today — name it as tomorrow's boss. move validates TWO different things (range and occupancy) — a distinction students blur; the do-now board is the test fixture. DAY 1 LAB STARTS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 — the do-now (list all eight ways to win) feeds straight in. The three-way return is the subtle part: None means KEEP PLAYING, and it's different from "tie" — over with no winner. Ask: a full board with no line — which return? An empty board? (None — blanks remain.) The blank trap: three spaces 'match', so every line test needs 'and is not a space' — the hint box says so, a third of the room skims it. Order the logic: wins first, then blanks-remain (None), else 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order matters twice: check runs AFTER the move (a winning ninth move must be seen before any tie call), and the player swaps only when the game continues — swap before check and X's win gets announced for O. X goes first per the spec, so player starts as "X". The def main() convention is new in this lab and permanent for the course; the amber bar is its birth announcement. Playtest checklist follows the build: row win, column win, both diagonals, deliberate 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before Day 2's lab block. Prediction 1 connects the win-line count to actual tic-tac-toe strategy (the center touches 4 of 8 lines — that's why you were taught to take it). Predictions 2 and 3 drill the three-way return until None-vs-tie is automatic; a student who says 'tie' for the empty board is about to write a check that ends games early. Then release: check first, then main —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per Turn It In: the .py file with the complete game. Rubric's 4: all eight win lines plus the tie caught, hostile-proof move, playtest evidence in the notebook (both players sign). Tease next lab with a straight face: dictionaries — and an English teacher who wants The Great Gatsby republished in pasta. This is real, in the sense that it is really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| O | 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Tic-Tac-Toe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 learns to remember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Data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State: what the program remembers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contents of the data, at this exact moment.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 = [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["X","O","X"],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["O","X","O"],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["O","X","X"]</a:t>
            </a:r>
            <a:endParaRPr lang="en-US" sz="1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309360" y="201168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2240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your move and mine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583680" y="27432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has to remember every X, every O, every empty space. In your head-to-head games, that somebody was the paper. In this program, it's a 3×3 list — three rows of three, holding only "X", "O", or " " (one space).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arrangement right now — that's the state. Every function reads it; move rewrites it.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lab's board held the alphabet. This one holds a game in progress.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contracts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it. Change it. Judge it. One function each.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display(board)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board with | - + lines between spaces. Returns nothing — it's the scoreboard painter.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move(board, player)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6344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row and column. Refuses illegal numbers AND occupied spaces, then writes the player's mark.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check(board)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5820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whole board and returns exactly one of: None (keep playing), "win", or "tie".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builds the first two — tested against hand-built boards, before any game exists.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check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program know the game is over?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19202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win: 3 rows  ·  3 columns  ·  2 diagonals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63040" y="39319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4041648"/>
            <a:ext cx="27432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63040" y="493958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5252314"/>
            <a:ext cx="2560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spaces remain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39319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041648"/>
            <a:ext cx="27432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"win"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493958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 a row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5252314"/>
            <a:ext cx="2560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 three blanks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393192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4041648"/>
            <a:ext cx="2743200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"tie"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63840" y="493958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full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5252314"/>
            <a:ext cx="2560320" cy="371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winner anywhere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0" y="5897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matching spaces only count when they're not three matching blanks. The hint box in the lab breaks it down — use it.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move, judge, swap. Repeat until check says stop.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93852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display(board)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669280" y="193852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current state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8986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8712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move(board, player)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669280" y="287121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player claims a space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83133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0390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check(board)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669280" y="38039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"win" or "tie"? announce it and break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476402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7365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swap player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669280" y="47365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becomes O, O becomes X — next lap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31520" y="57607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58064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habit, starts today: the main program lives in def main(), with main() called at the bottom. Every program from here 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predictions in your notebook. The referee gets no benefit of the doubt.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center square.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the eight win lines pass through it?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2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6344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FULL, no line of three.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check return?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2240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58200" y="278892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EMPTY.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check return — and why not "tie"?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4 (one row, one column, both diagonals — why the center is prime real estate)  ·  "tie"  ·  None — blanks remain, the game hasn't started, let alone ended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3500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display, move, and check to their contracts — move refuses illegal AND occupied spaces.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2186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main(): display, move, check, swap — X first, loop until "win" or "tie" is announced.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4087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all eight win lines and the tie, then turn in your .py file.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data you look up by NAME — and a client with a very unusual request.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2026-08-19T16:17:09Z</dcterms:created>
  <dcterms:modified xsi:type="dcterms:W3CDTF">2026-08-19T16:17:09Z</dcterms:modified>
</cp:coreProperties>
</file>