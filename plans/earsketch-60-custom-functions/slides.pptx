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Effects: the song sounds produced now — but the script reads as one long paragraph of calls. Real songs have architecture: intro, verses, a chorus that RETURNS. Today the script gets the same: each section becomes a named function, and the main program becomes a setlist. Forewarn the day's phantom bug: mid-refactor, code moved into a def goes silent until it's called. That silence is correct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do-now already had students circling repeats in a familiar song's structure. The 'better deal' line is the function sales pitch in producer language. Connection worth making: this is the loop lab's one-source-of-truth argument again, one level up — loops repeat a line; functions repeat a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load-bearing slide of the day. Live demo follows: wrap one section of a demo song into a def, run — SILENCE — let the room sit in it, then add the call and run again. The silence-then-sound sequence inoculates against the day's most reported 'bug' better than any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rubric's sharpest check lives here: at least two functions take an argument, and the argument must WORK. The accepted-and-ignored parameter (hardcoded measures inside the def) is the classic failure — both calls play at the same measures, stacked and loud. The tell during rotation: any bare measure number inside a def body.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forewarned phantom bug, promoted to a slide because half the room will hit it in the next twenty minutes. When a student reports a silent song, the diagnostic is one question: 'where is the CALL to that function?' Also worth a mention: calls must come after their defs in the file — Python reads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reads-like-a-setlist test is the wrap activity and the quality bar in one. Sound-identical is the refactoring discipline: behavior preserved, structure improved — a professional concept students can verify entirely by ear. Overlap bugs (chorus starting before the verse ends) show up here; a measure map in the notebook margin fixes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minutes, neighbor-checked. The right-side insight: five calls, three defs — repetition in the setlist costs nothing once sections are functions. Students who catch that 'drop' is the chorus-equivalent have the concept. Then release to the refactor: three sections, two parameterized, everything called, one encore.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three-plus sections, working parameters (start + offsets inside), everything called, and the repeated section genuinely relocated by its argument. Tease: lists next — the sound palette gets one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· verse · chorus · verse · chorus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chorus(start)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Functions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song gets an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songs have structure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structure repeats.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 → verse → chorus → verse → chorus → outro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463040" y="3291840"/>
            <a:ext cx="92354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what appears twice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3950208"/>
            <a:ext cx="8686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verse comes back. The chorus comes back twice — that's what makes it a chorus. Writing those sections out twice in code means maintaining them twice, forever.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better deal: write the section once, PLACE it as many times as you like.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 once. Call anywhere.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teaches Python the section. Calling performs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chorus(start):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fitMedia(lead,  1, start, start + 4)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fitMedia(drums, 2, start, start + 4)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makeBeat(kick, 3, start, beat)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chorus(5)     # first chorus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chorus(13)    # the encore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things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 block is a RECIPE — nothing plays when Python reads it.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calls are PERFORMANCES — each one runs the recipe at its own starting measure.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nobody calls is a section nobody hears.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parameter is the placement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chorus(5) and chorus(13): same section, two addresses.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18688" y="2286000"/>
            <a:ext cx="2487168" cy="731520"/>
          </a:xfrm>
          <a:prstGeom prst="roundRect">
            <a:avLst>
              <a:gd name="adj" fmla="val 6250"/>
            </a:avLst>
          </a:prstGeom>
          <a:solidFill>
            <a:srgbClr val="3DDC84"/>
          </a:solidFill>
          <a:ln/>
        </p:spPr>
      </p:sp>
      <p:sp>
        <p:nvSpPr>
          <p:cNvPr id="6" name="Shape 4"/>
          <p:cNvSpPr/>
          <p:nvPr/>
        </p:nvSpPr>
        <p:spPr>
          <a:xfrm>
            <a:off x="8193024" y="2286000"/>
            <a:ext cx="2487168" cy="731520"/>
          </a:xfrm>
          <a:prstGeom prst="roundRect">
            <a:avLst>
              <a:gd name="adj" fmla="val 6250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3218688" y="228600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93024" y="228600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chorus(13)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measures →  1        3        5        7        9        11        13        15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698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062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body: start + offsets, never bare numbers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fitMedia(lead, 1, start, start + 4) moves with the call. fitMedia(lead, 1, 5, 9) plays at measure 5 no matter what you asked for — an argument accepted and ignored, and both choruses pile up in the same place.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Silence is a function nobody called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verse(start):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Run. Nothing plays. EarSketch is not broken.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wrote the recipe and never cooked it. Add the call.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program is a setlist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readable lines that ARE the song's form.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475488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whole song, at a glance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intro(1)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verse(3)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chorus(11)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verse(15)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chorus(23)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2011680"/>
            <a:ext cx="53035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of a good refactor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670048"/>
            <a:ext cx="475488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main program aloud. If it sounds like a setlist — section, section, section, in order — the structure works.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song should sound IDENTICAL to yesterday's. Restructuring changes the code, not the music.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translate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directions, like every good notation.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Setlist → calls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at 1 (2 measures) · verse at 3 (8) · chorus at 11 (4) · verse at 15 (8) · chorus at 23 (4)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five calls, with the right arguments.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→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intro(1)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build(3)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drop(7)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build(11)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drop(15)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defs does this need? Which section is the "chorus" here?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intro(1) verse(3) chorus(11) verse(15) chorus(23) · right side: 3 defs — drop returns twice, so drop is the chorus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your song into at least three section functions — at least two taking an argument that places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every function, and call one at least twice — the encore lands at a different measure via its argument.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every sound in one list — and a loop that places them all.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