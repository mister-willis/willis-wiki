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everything so far glides at one speed, which is how nothing real moves. Drop a marker from shoulder height — starts slow, speeds up. That sentence is today's whole algorithm. By the bell: an alien that falls, jumps (only from the ground), and bounces itself to a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table aloud — this is the slide to do slowly. Frame 1: speed 1, total fall 1 pixel. Frame 4: speed 4, total 10. Nobody multiplied anything; the speed-up comes from adding to the speed, then adding the speed to the position. Down is positive on y (Nice Bike's upside-down axis). GRAVITY = 1 to start; the lab has them try 0.1 and 2 to feel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jobs in the if: kill the speed, and pin the position exactly at GROUND_Y (not 'a little past it' — the overshoot would show). The order warning is the day's most common bug: students who paste the check above the movement get an alien that vibrates at the ground line. GROUND_Y = 400 puts the lawn 200 pixels above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elegant part: no new system. Jumping is one negative number added to the same speed_y that gravity adds to. Gravity never stops — the jump speed drains away at 1 per frame, the rise slows, stops, reverses. Ask: 'What happens if JUMP_SPEED is positive?' (A stomp. Funny once.) The lab starts at -5 (a hop) and settles on 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unit's first compound conditional, and it earns its keyword: two facts joined by 'and', both required. Read it aloud as a sentence — 'if the up key is down AND the alien is on the ground.' The lab notes midair jumps might be what you WANT in some game — the point is choosing, not obeying. Design is choices with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 the sign (down becomes up), shrink by the factor (energy lost), and only when moving downward — the nested if guards against re-flipping mid-rise. The 0-and-1 tiles are the boundary cases: 0 is the old hard stop, 1 bounces forever. Predicting 0.9 versus 0.2 is on the practice slide; the lab says experiment, and means it. Note this REPLACES the stop-at-ground block — step 14 is a replacement, not an addition.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individually, then compare with a neighbor. Predict-then-verify is the habit: the notebook gets the prediction BEFORE the run, and the run grades it. Then release to lab — 'understand your mission for today?' Tuning values and observations go in notebooks; check for them at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gravity.py, with all three behaviors. Rubric's 4 requires the update() lines in the order the lab warns about twice — jump added before the position applies, ground check last. Look-for at rotation: tuning values logged in the notebook with a word about each. Tease: lab 50 is Bop the Alien — mouse clicks, random respawns, and a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alien.speed_y = alien.speed_y + GRAVITY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Gravity, Jumping, Bouncing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things fall. Yours are about to.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is two lines of addition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grows every frame. Position moves by the speed.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4231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alien.speed_y = alien.speed_y + GRAVITY
</a:t>
            </a:r>
            <a:pPr indent="0" marL="0">
              <a:lnSpc>
                <a:spcPts val="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alien.y += alien.speed_y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frame: gravity nudges the speed, and the speed moves the alien. Small numbers, sixty times a second — that's acceleration.</a:t>
            </a:r>
            <a:endParaRPr lang="en-US" sz="14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103120"/>
          <a:ext cx="4297680" cy="9144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speed_y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moved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13232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up, with nothing but addition.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ground has an opinion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if statement — placed after the movement.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774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at the ground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alien.y &gt;= GROUND_Y: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alien.speed_y = 0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alien.y = GROUND_Y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below? Snap back.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61488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alien can overshoot the ground mid-frame. The check catches “at or past,” zeroes the speed, and sets it exactly on the 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4023360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237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4681728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first, then check. The lab warns you about this — the ground check reads the position the movement just wrote.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Jumping is gravity in reverse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JUMP_SPEED = -15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because on screen, up is negative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 ↑  →  </a:t>
            </a:r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speed_y + JUMP_SPEED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keeps pulling. The jump just wins for a while — then loses, like every jump ever.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midair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compound conditional.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keyboard.up 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alien.y &gt;= GROUND_Y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498848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↑ while already airborne and the alien jumps off thin air. Hold ↑ and it climbs forever. Maybe you want that. This game doesn't.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384048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4498848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 — key pressed AND alien on the ground. One word turns “whenever you like” into “only from the floor.”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Bounce: flip it, shrink it, let it die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controls the whole personality.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560320"/>
          </a:xfrm>
          <a:prstGeom prst="roundRect">
            <a:avLst>
              <a:gd name="adj" fmla="val 2857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3774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alien.speed_y &gt; 0: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alien.speed_y = -alien.speed_y * BOUNCE_FACTOR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abs(alien.speed_y) &lt; 1: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alien.speed_y = 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0" y="2212848"/>
            <a:ext cx="21945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949440" y="326989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3631997"/>
            <a:ext cx="201168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26880" y="21031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26880" y="2212848"/>
            <a:ext cx="21945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326880" y="326989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0" y="3631997"/>
            <a:ext cx="201168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settles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892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BOUNCE_FACTOR = 0.6 lives between the extremes: each bounce keeps 60% of the speed, so every hop is smaller — until the tiny-jitter check calls it done.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a prediction. The simulator will grade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1 and the alien starts at rest. What is speed_y after three frames? How far has it fallen in total?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from slide 2 is your friend.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bounce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A sets BOUNCE_FACTOR to 0.9, neighbor B to 0.2. In one sentence each: how do the two aliens land differently?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both, then test both.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speed 3 · fallen 6  |  0.9 = long rubbery bouncing · 0.2 = one dull hop and done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falls from the top of the screen, speeding up as it goes.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jumps on ↑ — but only from the ground.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bounce code in, it bounces lower and lower until it settles. Submit gravity.py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keeping score — the mouse joins the game.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