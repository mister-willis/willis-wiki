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the helpers lab: check_win can see wins now; today the library learns to police moves. In the tournament, YOUR check_move rules on your OPPONENT'S proposals — catching an illegal move wins you the game on the spot. Good news from the lab: a Connect 4 move can only be illegal a few ways, and each is a quick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do-now asked students to list the illegal moves; most lists have the first two. The third — out-of-turn play — is the sleeper, and it's what makes check_move a real referee instead of a bounds checker. Early-return structure: each check can end the conversation; only surviving all three earns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argument is the teaching point, not the two-line check. Negative-index wraparound is the sneaky one: state[0][-1] happily returns the last column, no crash, wrong answer. Bounds checks aren't politeness; they're what makes the later checks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comparison replaces a loop — and it's safe only because of physics: gravity guarantees no gaps under a piece. Ask: 'when would this shortcut be WRONG?' (On a board where floating pieces were possible — the shortcut encodes an assumption about the game, which is worth saying out loud.) This is the tradeoff conversation HS.AP.C.1 wants.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board above is already broken — 7 red to 5 yellow can't happen in legal alternating play. The subtle step students skip: add the PROPOSED piece to its count BEFORE comparing (lab step 3.3). Work one example each way to show why: a 6-5 board where red proposes is fine at 7-5? No — 7-5 differs by 2, illegal; without adding first it reads 6-5, difference 1, and the cheat slips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skeleton, not the answer — the lab's numbered hints fill in each guard. The amber card is a real bug from every year: a missing final return True makes the referee reject everything, and in the tournament that flags the REFEREE'S OWNER for a bad ruling. Structure to look for during lab: guards in order, verdict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notebooks, then neighbor comparison. C is the money question: the board LOOKS fine and the column is open — only the count check catches that red would be playing twice in a row. Students who get C have understood the lab.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nothing separate today — check_move goes into the Connect4 library, submitted with the Connect4 assignment. Rubric's 4: all three rejections working, everything else True, and a proof board per rejection you can show at a check-in. Tease: next lab the provided test suite throws every winning line and 10,000 random games at the whole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0  1  2  3  4  5  6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Move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referee's whistle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a move can be illegal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legal. That's the whole function.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No such column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61488"/>
            <a:ext cx="3017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run 0 through 6. A proposal of −1 or 9 is asking to play off the board.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Column full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761488"/>
            <a:ext cx="3017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pieces fill a column. A seventh has nowhere to fall.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Out of turn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761488"/>
            <a:ext cx="30175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alternate, so the piece counts can never drift more than one apart. A move that would break that means someone is cheating.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problem → return False immediately. Find none → return True.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1: does the column exist?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first. Always bounds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column &lt; 0 or column &gt; 6:</a:t>
            </a:r>
            <a:endParaRPr lang="en-US" sz="170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check reads state[0][column]. Do that with column = 9 and Python crashes; do it with column = −1 and Python silently reads the WRONG END of the row and lies to you.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on the easy crimes before touching the board.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referee that crashes mid-ruling forfeits the game it was judging.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2: is the column full?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does the bookkeeping.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1874520"/>
            <a:ext cx="1280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←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stack from the bottom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267004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row is always the LAST space to fill. If row 0 is occupied, everything below it must be too.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1840" y="3886200"/>
            <a:ext cx="832104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4050792"/>
            <a:ext cx="7772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state[0][column] != "-":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    # full — one comparison, no loop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3: the count never lies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alternate. Arithmetic notices when they don't.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R: 7</a:t>
            </a:r>
            <a:pPr algn="ctr" indent="0" marL="0">
              <a:buNone/>
            </a:pPr>
            <a:r>
              <a:rPr lang="en-US" sz="5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ctr" indent="0" marL="0">
              <a:buNone/>
            </a:pPr>
            <a:r>
              <a:rPr lang="en-US" sz="5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both colors, add the proposed piece to its side, then: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abs(red_count - yellow_count) &gt; 1:  return False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of 2 means somebody played out of turn — and your referee says so.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a referee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guards, one verdict.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84832"/>
            <a:ext cx="548640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check_move(piece, column, state):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1: column exists?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no -&gt; return False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2: column full?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yes -&gt; return False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3: counts stay within 1?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no -&gt; return False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   # survived all three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92024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2578608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ends the conversation the moment it finds a problem. Nothing after a verdict matters.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40880" y="3977640"/>
            <a:ext cx="4572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line is load-bearing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4636008"/>
            <a:ext cx="40233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off the end of a Python function and it returns None — which reads as False, and every legal move gets whistled. Say return True on purpose.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call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and WHICH check makes it, before you write any code.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board. Yellow proposes column 6.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or illegal — and which check decides?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3 holds six pieces. Red proposes column 3.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or illegal — and which check decides?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has 6 red, 5 yellow. Red proposes column 0 (not full).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or illegal — and which check decides?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A legal (passes all three) · B illegal (check 2, full) · C illegal (check 3 — adding red makes 7–5)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check_move: three checks in order, early False returns, and an explicit True at the end.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each rejection with a hand-built board — one per illegal case.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separate to turn in — check_move ships inside your Connect4 library, submitted with that assignment.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10,000 games in one period — the test program finds out what you built.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