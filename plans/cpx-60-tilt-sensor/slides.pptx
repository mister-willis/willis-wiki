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finale, one period. Everything is a rerun except the logic: colors from roulette, tones from the music lab, acceleration from the mouse lab. The new material is the threshold (one number splitting 'fine' from 'alarm') and if/elif/else (exactly one branch runs). Then the field test: a balance beam and the question 'how much tilt is too much?' — answered with a number they choose and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finished behavior first — payoff before parts. Why the LOW side turns red: it's a warning light marking where you're falling, like the wing light a pilot would want, not a scoreboard. The bottom line plants the day's hard question early: nothing goes quiet on its own; 'off' is an instruction somebody has to write. That's the dark slide, coming.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Thresholds turn a continuous sensor (how much?) into a decision (which case?). Connect to the do-now smoke detector: it doesn't shriek at toast because someone chose its number. The ALL-CAPS convention is worth ten seconds — it's why the lab writes THRESHOLD and not threshold, and they'll see the convention in every language they ever learn. The 5 is a starting point; the beam decides the real value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test numbers (+7, −3, +2) on the board with hands as doors — elif means 'only checked if the first failed,' else means 'everything that got past both.' Two traps live here: writing the elif without the minus sign (alarm fires while level), and putting the green fill inside a branch instead of before the chain (red pixels stick forever, since nothing repaints them). The bottom line is that second trap, pre-defused.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day's most common bug gets its own dark slide because thirty boards making an unstoppable 440 Hz tone is a memorable way to learn it. start_tone differs from the music lab's play_tone: play_tone plays for a duration and stops itself; start_tone latches until stop_tone. Nothing in computing turns itself off out of politeness — 'off' is a state you must program. The else earning its keep is the slide's whole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Notebooks, two minutes, reveal. The left card is the comprehension check on the chain. The right card is the design question the whole field test turns on: fairness is a number, and they get to choose it — but they'll have to defend the choice at the wrap. Then release to lab: setup, loop, chain, and the beam rotation once their alarm works at the desk.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 slide. Stagger the beam during lab time — one beam, thirty students, plan the queue. The whole-side challenge keeps the waiting productive; pixels 0–4 line one side of the board and 5–9 the other, which they can discover by lighting pixels one at a time. The desk-vs-beam line is real engineering wisdom in one sentence: test in the environment, not the workshop. Wrap: defend your THRESHOLD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matches Turn It In exactly: code.py from the CIRCUITPY drive. Rubric's 4: both tilt directions handled, silence on leveling, and a THRESHOLD the student tested and can defend. This closes the CPX unit — take thirty seconds to name the arc: they made a board blink, sing, type, point, and judge balance. The generic tease is honest: whatever the next unit's hardware is, the habit (build, test, tune, defend your numbers) transfers whole.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 = level · red = falling · 440 Hz = told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sense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decide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ctr" indent="0" marL="0">
              <a:buNone/>
            </a:pPr>
            <a:r>
              <a:rPr lang="en-US" sz="3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alarm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Tilt Sensor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 alarm you'll tune on a real beam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6  •  Circuit Playground Express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build, in one picture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calm green. Tilted: the low side complains. Loudly.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 pixels green, alarm silent — the reassuring state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TILTED RIGHT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09160" y="26517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2 turns red on the low side, 440 Hz alarm 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TILTED LEFT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03920" y="26517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7 turns red on the low side, same alarm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303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out again, and everything goes green and quiet. That last part is a feature you must build.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threshold: a line in the sand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decides what counts as “too far.”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12848"/>
            <a:ext cx="310896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482035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0" y="2103120"/>
            <a:ext cx="7498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2860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it powers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89120" y="27432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past +5 → tilted right. Past −5 → tilted left. Between them → level.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detectors, fever thermometers, speed cameras — all one reading compared to one chosen number.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ALL-CAPS names are a programmer's promise: this value is set once in setup and never changed by the loop — only by you, the designer.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elif / else: one door opens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branches. Exactly one runs, every single loop.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852160" cy="3291840"/>
          </a:xfrm>
          <a:prstGeom prst="roundRect">
            <a:avLst>
              <a:gd name="adj" fmla="val 2222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33172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tilt_x &gt; THRESHOLD: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pixels[2] = RED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start_tone(440)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tilt_x &lt; -THRESHOLD: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pixels[7] = RED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start_tone(440)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stop_tone()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949440" y="2103120"/>
            <a:ext cx="4663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286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 number through 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0" y="274320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tilt_x = +7 → first door: right side red, alarm 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tilt_x = −3 → past both doors to else: alarm off.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minus sign on the elif does all the work for left tilts.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check, every loop starts by filling the ring green — the reset that lets red ever turn off.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turns the alarm off?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start_tone(440)  ...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start_tone starts a tone and walks away. It plays until something stops it.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stop_tone()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else branch is the off switch. Forget it, and you've built a very small car alarm.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chain in your head.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two readings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is 5.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tilt_x reads +7: which branch runs, which pixel is red, is the alarm on?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tilt_x reads −3: now what?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beam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balance beam, THRESHOLD = 1 builds what kind of challenge? THRESHOLD = 20? Which direction is “stricter”?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589788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+7 → right branch, pixel 2 red, alarm on; −3 → else, alarm off · 1 = impossible (constant alarm), 20 = unfailable; smaller is stricter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field test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works on a desk meets a beam that doesn't care.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beam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board flat, walk the beam, let the alarm referee your balance. Tune THRESHOLD between runs: challenging but fair is the spec. Note your final number — and your reasoning — in your notebook.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you wait your turn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whole-side challenge: make ALL the pixels on the low side turn red, not just one. You know everything you need — which pixel numbers live on each side is the only research.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threshold tuned on a desk fails on a beam. Test where it will live.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ring while the board is level; past the threshold, the low side turns red and the alarm sounds.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729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Leveling back out turns the alarm off — then tune THRESHOLD on the beam until it's challenging but fair.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4087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in: submit your code.py file from the CIRCUITPY drive.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unit: lights, music, USB tricks, and sensors. Next unit — new tools, same habit of building.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2026-08-19T15:28:16Z</dcterms:created>
  <dcterms:modified xsi:type="dcterms:W3CDTF">2026-08-19T15:28:16Z</dcterms:modified>
</cp:coreProperties>
</file>