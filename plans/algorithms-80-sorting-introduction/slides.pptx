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search: binary search was a few hundred times faster — but it demanded a sorted list, and nobody said where sorted lists come from. They come from sorting algorithms, and every student already runs one when they pick up cards. Today: figure out what it is you've been doing all along, and write it down. Do not say 'insertion sort' until the wrap — the discovery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recap beat: last lab ended on exactly this question, cold. Today's answer is unusual — no new algorithm gets taught. The students already run one; the work is introspection and precise writing, the same natural-language discipline as Monty Hall, pointed inward.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do-now already ran this with real cards — this slide names the gap. Unconscious competence is real competence, but it doesn't transfer: you can't teach it, code it, or debug it until it's explicit. Programming is largely the discipline of making hand-knowledge sayable.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constraints matter: without them, 'spread everything on the table and pick smallest repeatedly' is a legal answer — a different algorithm (selection sort, roughly). The in-hand, one-card rules force the insertion pattern, which is the one hands naturally run. Don't name either algorithm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quality bar, stated as the robot test's human edition: a literal-minded neighbor with a deck, executing exactly what's written, no charity. Authors fill gaps from memory without noticing; executors can't. That's why the pacing pairs writers with card-holding testers during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3 is the one everyone omits — inserting into the middle displaces neighbors, and hands shift cards without being told. Row 4 plants the invariant idea gently: the already-processed part of the hand stays sorted the whole time. Students who can articulate that have effectively discovered the loop invariant, vocabulary-free.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minutes: two writing, four breaking. The edge cases in the right card are the graders: smallest-yet card, largest-yet card, and equal values all jam vague sentences. After this drill the full algorithm write-up in lab goes triple as fast.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card-sorting algorithm in the notebook. Rubric's 4 covers every card, stays within constraints, and survives literal execution by another student. In the wrap, finally name it: they each wrote INSERTION SORT — a real algorithm with a formal name; the professionals just wrote it down first. Tease: merge sort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10  J  Q  K 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your hand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Introduction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your hands already know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debt from last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wrote a check. Somebody has to cash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binary search demands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61488"/>
            <a:ext cx="4754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list — before the first comparison. No sorted list, no halving trick, no 20-versus-a-million.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has explained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61488"/>
            <a:ext cx="4754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list GETS sorted. That's a step-by-step process — an algorithm — and today you'll write one you already own.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been sorting things since preschool. Today you find out how.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a hand. Then explain yourself.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doing is easy. The saying is the lab.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K  2  9  A  4  J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4  7  9  J  K  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you just did this without thinking. Now: WHAT was the rule?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discover they can't say. That gap is today's work.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what make your algorithm one specific algorithm.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stay in hand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table, no extra piles, no laying them out to survey. The whole sort happens in the fan you're holding.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at a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relocates exactly one card. No grabbing a run of three and hoping.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card, first to last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covers the whole hand — including what you do with the very first card.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aren't obstacles. They're the specification.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hands know an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mouth can't say it. Yet.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unconscious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0" y="2286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92240" y="2286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down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steps. Complete sentences. Precise enough that a neighbor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cards can follow it literally — and can't break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isn't whether YOU can follow your algorithm. It's whether someone else can.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algorithm must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assignment's own checklist, in build order.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cards one at a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99339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card is 'next'? where do new cards come from?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4436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a card belongs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what, in what order?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7705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587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cards to make room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385876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do this free — words have to say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097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9145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organized as you go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479145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true about your hand after every single step?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the hard step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sentence-sized piece: where does the new card go?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6751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precisely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61264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holding some cards, already in order. You pick up a new card.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exact steps that find its place — what do you compare it against, in what order, and when do you stop?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break a neighbor's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70048"/>
            <a:ext cx="3474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sentences. Execute theirs literally with real cards.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jam: the first card? Ties? A card bigger than everything?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workable answer: compare left to right against each sorted card; insert in front of the first one that's bigger — if none is, it goes last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full card-sorting algorithm: numbered steps, complete sentences, within the constraints.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— a neighbor with real cards, following it literally, first card to last.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the algorithm, in your notebook.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an algorithm that refuses to sort anything at all — and beats yours anyway.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