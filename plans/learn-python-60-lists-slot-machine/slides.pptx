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period, one satisfying build. Bridge: the guessing game picked a random NUMBER; a slot machine picks a random THING — and things need a container. Today's new tool is the list, the data structure the entire next unit is built on. Keep instruction tight; the machine should be spinning by mid-period.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 the machine before building it: a spin is three independent random picks from a fixed set. Ask the do-now's question again out loud: without a list, how do you store eight symbols? Eight variables — and then random.choice has nothing to choose FROM. The container isn't a convenience; the random pick is impossible without it. The symbols copy-paste from the lab doc; nobody hand-types emoji.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Bold and define: list — one variable holding many values in numbered positions. Build a three-item list live and index into it, ending on the [0] surprise. Zero-based indexing is the planted seed this unit hands to the data-structures unit, so give it its moment: first seat is seat 0, last seat is len minus 1. Missing-comma trap worth showing: two adjacent strings silently fuse, and the list quietly shrinks — print(len(...)) is the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rule: numbers from a range, randint; things from a collection, choice. Quick check for understanding: how would you pick a random student from a class list? (choice — there's no 'student number 7.3'.) Guided-try moment follows this slide per the plan: everyone builds the symbols list and prints ONE random pick before the function. One line of proof beats ten minutes of hoping.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 on one slide — but make them read it as a contract, not copy it as an answer: accepts a list, loops three times with for/range (the spiral lab's loop, back again), choice and print in the body. The works-from-the-argument point is the rubric's 4: a function that ignores its parameter and grabs the global list works today and breaks the day anyone renames anything. The coin-flipper thought experiment is the test: would slot(['heads','tails']) work without edits?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commitment round, then release to lab. Prediction 2 is the zero-based drill: 8 items, last index 7 — len minus one, always. Prediction 3 is quietly the best probability conversation of the week: each pick is independent, so triples are rare but perfectly legal (1 in 64 for a given symbol... times 8 symbols — let a fast finisher work out the jackpot odds). Then: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per Turn It In: the .py file. Rubric's 4: all eight symbols in the list, a loop-driven slot(list), main passing the list as an argument — the function works from what it's given. Early finishers: fourth reel, jackpot detector. Tease next lab: the modulus operator — the remainder from long division comes back with a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random.choice(symbols)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🍒 🍋 💎 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Machine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list, three pulls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Learn 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slot machine really 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lights and the lever: it's a random pick, three times.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lab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random.randint picked a number from a range. The range was just two endpoints — no container needed.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0690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1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picks from eight specific symbols. Eight things need a place to live — that place is a list.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394960" cy="4069080"/>
          </a:xfrm>
          <a:prstGeom prst="roundRect">
            <a:avLst>
              <a:gd name="adj" fmla="val 1798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🍒 🍋 🍊 🍉</a:t>
            </a:r>
            <a:endParaRPr lang="en-US" sz="34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💎 💲 🍀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67512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symbols. One spin prints three of them. That's the entire machine.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variable, many values, numbered seats.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2103120"/>
          </a:xfrm>
          <a:prstGeom prst="roundRect">
            <a:avLst>
              <a:gd name="adj" fmla="val 3478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symbols = ["cherry", "lemon",</a:t>
            </a:r>
            <a:endParaRPr lang="en-US" sz="1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"bell", "gem"]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symbols[0]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"cherry"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5001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symbols[3]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5001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"gem"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55686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len(symbols)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55686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06640" y="2011680"/>
            <a:ext cx="4206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numbers start at 0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680960" y="2743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item is [0], the fourth is [3], and a 4-item list has no [4]. Commas separate items; square brackets hold the whole crew.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zero. The next unit is built on 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tools from the same box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randint picks from a range. choice picks from your list.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484632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04288"/>
            <a:ext cx="484632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randint(1, 6)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73258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4209898"/>
            <a:ext cx="4663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options are a numeric range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0" y="2194560"/>
            <a:ext cx="484632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304288"/>
            <a:ext cx="4846320" cy="137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choice(mylist)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373258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4209898"/>
            <a:ext cx="4663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options are things in a list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0" y="52120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= random.choice(symbols)  — one line, one random symbol.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import random as last lab. The module is a toolbox; today you take out a second tool.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slot function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list. Prints three picks. That's the contract.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852160" cy="3200400"/>
          </a:xfrm>
          <a:prstGeom prst="roundRect">
            <a:avLst>
              <a:gd name="adj" fmla="val 2286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slot(symbols):</a:t>
            </a:r>
            <a:endParaRPr lang="en-US" sz="165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range(3):</a:t>
            </a:r>
            <a:endParaRPr lang="en-US" sz="165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 = random.choice(symbols)</a:t>
            </a:r>
            <a:endParaRPr lang="en-US" sz="165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print(item)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949440" y="201168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argument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223760" y="274320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spins whatever list it's HANDED. Feed it the eight symbols, it's a slot machine. Feed it ["heads", "tails"], it's a coin flipper — three flips, no edits.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program: build the list, call slot(symbols). Two jobs, two places.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predictions in your notebook. House rules: commit first.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symbols[0]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symbol comes back from YOUR list?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len(symbols)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number — and what's the last legal index?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spin prints: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💎 💎 💎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Possible, or a bug?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the FIRST symbol you typed  ·  8, and index 7 is the last seat  ·  possible — each pick is independent; that's a jackpot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list holding all eight slot symbols.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slot(symbols): a for loop with range() printing three random.choice picks.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 builds the list and passes it in. Turn in your .py file.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one operator makes the spiral hypnotic — and it's hiding in your times tables.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2026-08-19T16:13:51Z</dcterms:created>
  <dcterms:modified xsi:type="dcterms:W3CDTF">2026-08-19T16:13:51Z</dcterms:modified>
</cp:coreProperties>
</file>