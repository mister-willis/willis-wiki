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days. Day 1: what frequency is, one tone on the piezo buzzer, then a melody from a list and a for-loop — which plays the right notes with the wrong rhythm, and that's the cliffhanger. Day 2: tuples give every note its own duration, then the challenges (rest, encore, light show). Warn the neighboring classrooms; thirty buzzers hunting for a chorus carries. Deck spans both days; Day 1 stops after the dark range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440 Hz tone live on your own board — one second of A above middle C is the entire demo. Connect to the do-now: humming higher means your vocal cords wiggle faster. The tone-generator website linked in the lab lets students SEE a frequency change as they hear it; worth 30 seconds on the projector. Vocabulary: frequency, Hertz — both defined in the lab where they're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representations of the same thing: musicians say 'A4,' the buzzer needs 440. The variable layer translates — code that says G, A, G is readable and checkable against sheet music; code full of raw decimals is neither. The AI note is the lab's actual policy, worth stating because it's the unit's first Level 2: AI may name the notes of their chosen song; the program is theirs. Cap song-choosing at five minutes or it becomes the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for-loop is new (roulette used while True) — the reading-aloud trick makes it self-explanatory. Let students build and play their melody, then let the flaw surface on its own: every note lasts exactly half a second, so Twinkle Twinkle sounds like a robot marching. Don't fix it today. 'Right notes, wrong song — why?' is the Day 1 cold-close, and tuples are tomorrow's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beat to end Day 1's instruction. The table in the lab covers ten octaves; someone will immediately try 13,289 Hz, which is the point — it sounds like an angry mosquito and now the class understands frequency viscerally. DAY 1 lab from here: single tone, pick a song, note variables, list, loop. Tomorrow: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the cliffhanger: right notes, robot rhythm, because the program stores WHAT to play but not HOW LONG. The tuple is the fix — the do-now already asked them to guess what (E, 0.25) means. Unpack on the board by hand with real numbers before anyone codes. The song becomes a list of tuples: song = [(C, 0.5), (G, 0.25), ...] and the loop unpacks each item. Then challenges: REST at frequency 0, encore (for-loop inside while True), light show synced to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Notebooks, two minutes, neighbor-check, reveal. The right card is the fun one: unpacking order matters, and getting it backward plays durations as frequencies — a four-minute silence, in this case, since 0.5 Hz is below anything audible. Students who hit this bug in lab will recognize it from the slide. Then release: convert your song to tuples, then challenges.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matches Turn It In exactly: code.py from the CIRCUITPY drive. Rubric's 4: a recognizable song, notes as named variables, melody as a list of tuples, one for-loop playing it. The 'classmate could name it' bar is the honest test — encourage the wrap-up performances. Tease the functions lab: the light-show challenge they may have started becomes the whole assignment, with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= 440 Hz · middle C = 261.63 Hz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Playing a Tune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speaker plus a list of numbers is a music box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Circuit Playground Express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Frequency: wiggles per second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Hertz (Hz). More wiggles, higher pitch.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wiggles — low sound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drum skin flapping back and forth you could almost count. Low frequency, low pitch. The bottom of the lab's table: A0, at 27.5 wiggles a second.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wiggles — high sound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whistle vibrating thousands of times a second. High frequency, high pitch. cp.play_tone(440, 1) makes the buzzer wiggle 440 times a second, for one second.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line of code, one note: cp.play_tone(frequency, seconds, cp.SQUARE_WAVE)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Musical notes are just frequencies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has a number. The lab has the whole table.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C4  (middle C)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261.63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293.66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329.63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349.23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392.00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A4  (concert A)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440.00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21031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2286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numbers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75120" y="27432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261.63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293.66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329.63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variable per note you need, and your song reads like music instead of like a phone book.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song first. AI is allowed for finding the note names — the code stays yours (AIAS Level 2).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song is a list. A loop plays it.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Twinkle, Twinkle — seven notes, three lines.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85216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song = [C, C, G, G, A, A, G]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note in song: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cp.play_tone(note, 0.5,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cp.SQUARE_WAVE)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each note in the song: play it for half a second.”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visits every item in the list, in order, and note holds the current one — same idea as i on the roulette wheel, but Python does the counting for you.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it. Right notes... but something is off. What's missing?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buzzer's range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27.5 Hz</a:t>
            </a:r>
            <a:pPr algn="ctr" indent="0" marL="0">
              <a:buNone/>
            </a:pPr>
            <a:r>
              <a:rPr lang="en-US" sz="44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13,289.75 Hz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at the bottom of the lab's table, G#9 at the top — ten octaves of numbers.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piano stops at 4,186. Your board does not care. It will try anything.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Tuples: a note married to its time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notes are long, some short. Store them together.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12848"/>
            <a:ext cx="3291840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(C, 0.5)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37596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duration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7315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86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it into two variables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time = (C, 0.5)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name takes the first item, the second takes the second. Now both are ordinary variables — one goes to the pitch, one to the length.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54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tuple and not a list?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can't be changed after it's made — which is exactly right for facts that belong together, like a note and its length, or an R-G-B color. They travel as a pair and can't drift apart.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predictions in your notebook.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song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= [(C, 0.5), (G, 0.25), (F, 0.25)]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the whole song take to play? Which note sounds longest?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swap bug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 writes:  time, note = (C, 0.5)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plays  play_tone(note, time).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buzzer actually do?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1.0 second total, C is longest · it plays a 0.5 Hz “tone” for 261 seconds — the variables landed backward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671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one clean tone at a frequency you chose — then a whole melody from a list with a for-loop.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81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note its own duration with (note, time) tuples, until a classmate could name the song.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submit your code.py file from the CIRCUITPY drive.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you design the light show — and functions let you name an effect and replay it anywhere.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