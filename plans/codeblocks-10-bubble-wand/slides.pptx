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we're going to make bubble wands — but nobody is allowed to draw one. You'll write a program, and the program draws it. Two days: today the blower ring and the variables that control it; tomorrow the handle and base. First lab of the Codeblocks unit, so the win today is comfort with the tool: drag a block, press Play, see a shape. Deck spans both days; stop after the prediction slide on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unit here: this is CAD by code. Ask who has used regular Tinkercad — same shapes, but now a program places them. The right card is the promise the unit keeps in Part Two, when changing Thickness rebuilds the whole wand. Analogy that lands with 6th graders: a recipe vs. a finished cake. You can't un-bake a cake, but you can re-run a recipe with more sugar.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quick — the lab teaches the clicks; you're teaching the cast of characters. The donut joke is free; take it. The two lines at the bottom are the day's most common help-desk tickets, pre-answered: holes need grouping to cut, and Play is not optional. Follow this slide with a two-minute live demo: new Codeblocks design, drop a cylinder, press Play, change the height, Play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big-number beat. Today students will replace every plain number in their program with one of these five names. Sell the payoff honestly: today the wand will look EXACTLY the same afterward, which feels like working for nothing — the payment arrives in Part Two, when one change rebuilds everything. Planting that promise now makes the Day 1 cold-close ('what did we gain?')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vocabulary word of the unit: variable — a container with a name, where the contents can change but the name doesn't. 6th-grade analogy: a contact in your phone. You text 'Mom,' not a ten-digit number, and if Mom changes phones the name still works. The math-block card previews the equations they'll build in the lab; don't work them here, just show that names can be added and divided like numbers. The no-spaces warning is straight from the lab's yellow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minutes, in notebooks, then compare with a neighbor before revealing. The left card is the important one — it tests whether they see that a variable change travels everywhere the name is used. The right card is quick pattern-checking with one silly option because they're eleven. Then release to lab: 'understand your mission for today?' DAY 1 ENDS with lab work through step 28 (the parametric blower). Wrap by asking what the variables gained us and confirming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Recap first: yesterday the blower ring went parametric — every size is one of five names. Today the wand grows a handle and a base, and the code gets comments so each section says what it builds. The rotate-then-move line at the bottom is the day's likeliest bug; walk it with your hands (rotate your arm at the shoulder vs. at the wrist). The handle's placement equation, InnerRadius + Length / 2, is the hardest single step — preview why: the handle's middle sits at its halfway point, so it must move half its length past the ring's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Restate the deliverable exactly as the lab's Turn It In does: nothing to upload today; the design saves to the Tinkercad account and Part Two continues it. The rubric is printed at the bottom of the lab — a 4 means all three parts drawn from code, no stray plain numbers, a comment on every section, one color. Tease Part Two concretely: the ridges would be miserable to place by hand, and the loop will do it in four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CYLINDER · TUBE · TORUS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bubbles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Bubble Wand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 draws your 3D model for you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6  •  Tinkercad Codeblocks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make a 3D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them can rebuild itself.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it by hand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shapes around until it looks right. Want the ring thicker? Grab every piece, one at a time, and hope you remember how they fit.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blocks that build the wand. Want the ring thicker? Change ONE number and press Play — the program redraws everything, exactly right, every time.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is a recipe. The computer is very fast and never gets bored.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building blocks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shapes and a Play button do today's work.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Cylinder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 — flat circles top and bottom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ring's core and the handle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Tube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916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 — a cylinder with a hole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0916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trims the ring's outside edge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Torus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50392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donut. It is fine to be hungry now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0392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round base at the handle's 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hole button turns any solid shape into a cutter — Group Selection does the cutting.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draws until you press Play. “It didn't work” usually means “I didn't press Play.”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numbers control your wand?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InnerRadius · Thickness · OuterRadius · Overflow · Length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named numbers. Every size in the wand traces back to one of them.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— the whole wand follows.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Variables: a name for a number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once. Use the name everywhere.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12848"/>
            <a:ext cx="310896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InnerRadius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32293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0" y="2194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block gives the name a value. Any block that needs a size can use the name instead of the number.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0" y="3291840"/>
            <a:ext cx="74980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34747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blocks do arithmetic with names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89120" y="39319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OuterRadius + Overflow — the tube's radius.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× 1 — the first cylinder's height.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InnerRadius + Length / 2 — where the handle goes (tomorrow).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rule: no spaces in names. InnerRadius works. “Inner Radius” is two words and zero variables.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quick predictions. Lock them in.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height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cylinder's height is set to Thickness × 1, and Thickness is 1.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change Thickness to 2, what is the new height — and what else changes with it?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legal name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can be a variable name in Codeblocks?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Inner Radius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InnerRadius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inner-radius-of-the-ring-i-guess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589788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height becomes 2 — and every block using Thickness changes too · only InnerRadius (no spaces; keep names short and clear)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2: comments, handle, base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sections, three comments, one color.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9019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0" y="1847088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variables and the blower section. The computer ignores comments — they're for humans (mostly future you).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2735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3218688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cylinder as tall as Length, rotated 90° to lie flat, moved to the ring's edge with the math blocks.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645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4590288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torus at the end of the handle, moved into place — then one color for the whole wand.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Rotate, then Move. Moving first spins the handle around the wrong spot.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9385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blower ring, the handle, and the round base — all from code blocks.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807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every size to your five variables: InnerRadius, Thickness, OuterRadius, Overflow, Length.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31520" y="3703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6758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each section with a comment that says what it builds. One color for the whole wand.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44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in: nothing to upload — Tinkercad saves your Bubble Wand automatically. Keep it; Part Two starts exactly there.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one loop draws a ring of ridges — and your wand meets the 3D printer.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2026-08-19T15:28:16Z</dcterms:created>
  <dcterms:modified xsi:type="dcterms:W3CDTF">2026-08-19T15:28:16Z</dcterms:modified>
</cp:coreProperties>
</file>