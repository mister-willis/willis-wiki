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Actors, the game loop, keyboard movement, screen wrap — built together as a class through the checkpoint. Day 2: the bee, collisions, animation. Hook: in Nice Bike everything sat still; today an alien drives around the screen, and tomorrow a bee shows up with a stinger. The alien, for the record, is allergic.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of the day: ACTOR — a game character drawn from an image in the images folder. The no-extension rule trips people ('alien.png' in quotes fails politely). Point out x and y come free with every Actor — the coordinate system from Nice Bike is now something you can steer.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of the whole unit: you don't run the game, the engine does — your functions are rules it consults on a schedule. Ask 'who calls update()?' and let the wrongness of 'we do' surface. Movement is just addition: +10 on x per frame while the key is down. Which raises the question the next slide answers: how MANY times a second?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that explains everything: your if statements run sixty times a second. +10 per frame is 600 pixels a second — most of the screen. That's why nothing in update() 'waits': it just runs again 16 milliseconds later. This beat pays off tomorrow (the wing flap swaps images every frame — 30 flaps a second) and again in lab 60 (cooldowns count frames).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Asteroids-style wrap. Read the four checks as two pairs — x pair, y pair. The order point matters: wrap checks go AFTER the movement in update(), or the alien can be off-screen for a frame. Tomorrow students clone this whole pattern for the bee, so make sure the shape of it (move, then wrap) lands today. Day 1 build-along covers through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compare with a neighbor. The diagonal question plants a seed for lab 70, where if/elif deliberately kills diagonals. Then the Day 1 build-along: steps 1-5 together, projected, everyone typing. DAY 1 ENDS at the checkpoint — alien wrapping on all four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Recap the do-now (what changes to make a second character?) — answer: a new Actor, its own keys (WASD), its own wrap. Then these two patterns. Collision: rectangles, not pixel-perfect — good enough for games, cheap enough for 60fps. Animation: the flipbook again, now with two images. Today's lab is adapting their own alien code for the bee, then dropping in these two blocks. Playtest in pairs at the end — the alien's allergy must be verified by an actual bee.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alien_game.py. Rubric's 4: both characters wrap on all four edges, the flinch recovers, wings flap, and it survived a real two-player playtest. Most common Day 2 bug: wrap code copied for the bee but still saying 'alien' — the find-and-forgot-to-replace classic. Tease: lab 40 gives the alien weight — gravity, jumping, and a bounce.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 = Actor("alien")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update()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draw()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60/sec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Characters &amp; Collisions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start moving today — and touching has consequences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Actors: characters made from images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turns a picture into a thing with a position.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4688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 = Actor(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"alien"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alien.x = 0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alien.y = 300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5120" y="21031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 file by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27614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Actor("alien") loads images/alien.png — name only, no .png. Yesterday's folder, earning its keep.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365760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comes built 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431596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has .x and .y. Change them and the Actor is somewhere else next frame.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Actor is a character or object in your game. The alien is one. The bee will be another.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functions run your game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rules. Pygame Zero runs them. Forever.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the brain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761488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many times a second. Reads the keyboard, moves Actors, checks collisions. Decides what changed.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 — the painter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761488"/>
            <a:ext cx="4754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after every update. Fills the sky, draws the sun, draws every Actor. Paints what update decided.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194560" y="4206240"/>
            <a:ext cx="7772400" cy="1371600"/>
          </a:xfrm>
          <a:prstGeom prst="roundRect">
            <a:avLst>
              <a:gd name="adj" fmla="val 5333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keyboard.right</a:t>
            </a:r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  </a:t>
            </a:r>
            <a:pPr algn="ctr"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the key is down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4892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keyboard.right:  alien.x = alien.x + 10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call update() or draw(). Pygame Zero does — on a schedule.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often is “many times a second”?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 — update(), then draw(), then again, all game long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+10 per frame  ≈  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 pixels/sec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motion is a flipbook: tiny moves, drawn fast.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off the world, and coming back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edges, four checks.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 around the screen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alien.x &gt; WIDTH: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alien.x = 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alien.x &lt; 0: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alien.x = WIDTH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alien.y &lt; 0: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alien.y = HEIGHT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alien.y &gt; HEIGHT: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alien.y =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210312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right, in from the left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276148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WIDTH? Teleport to 0. Past 0? Teleport to WIDTH. Same trick top and bottom — the screen becomes a donut.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393192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frame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0" y="4590288"/>
            <a:ext cx="4389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ifs run 60 times a second, at the bottom of update() — after the movement, so the escape is caught the same frame it happens.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frame in your head.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frame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is at x = 795, holding → at +10 per frame, screen 800 wide. Where is it after the next update() — and why?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it: move first, then the wrap check.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keys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↑ and → at the same time. Both ifs are separate. What does the alien do?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answer, then test it the moment your base game works.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805 → wraps to 0, left edge · both run — it moves diagonally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Touching, and flapping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rectangles, and the oldest animation trick there is.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40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bee.colliderect(alien):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alien.image = "alien_hit"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alien.image = "alien"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wears an invisible rectangle. colliderect() asks: are these two rectangles touching? The if/else swaps the picture — and swaps it back.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240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bee.image == "bee_a":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bee.image = "bee_b"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bee.image = "bee_a"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416052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wing pictures, swapped every frame — 60 swaps a second and the eye sees flapping. Every cartoon ever made is this trick, drawn faster.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bee.colliderect(alien) and alien.colliderect(bee) are the same question.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on the arrow keys, bee on W-A-S-D — both wrapping around all four edges.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alien changes its look while the bee is touching it, and changes back when it isn't.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bee flaps its wings. Playtest with a neighbor, then submit alien_game.py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gravity — things stop gliding and start falling.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