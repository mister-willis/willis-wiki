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period, three files: a dice function (quick win), a random-color spiral (variation on a known theme), and the sequential spiral (the puzzle — cycling through a list with %). The star is the modulus operator. Bridge: the slot machine picked from a list at random; today we also learn to march through one in order,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shape of the period: three files due, in this order, and the third is where the thinking lives. The dice function is deliberately easy — a randint wrapper with correct bounds (1 to sides, not 0) — so everyone banks a win early. The random spiral is one changed line from lab 30's code (printed in the assignment). Budget accordingly: don't let anyone spend twenty minutes on file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the table live and slowly — the pattern IS the lesson: 0,1,2,3, then back to 0. The highlighted row (4 % 4 = 0) is the wrap. The clock analogy is exact for wrap-around with one stated limit: clocks say 12 where modulus says 0. Ask: what values can i % 4 EVER produce? (0 through 3 — never 4.) Hold that answer; the dark slide cashes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 — connect the two facts already on the table: i % 11 only ever produces 0 through 10, and 0 through 10 are exactly the legal indexes of an 11-item list. So the expression can NEVER fall off the end. Contrast with colors[i], which crashes at move 11 (some students will meet that IndexError in lab — it's a preview of next unit, welcome it). Why len(colors) instead of 11? Add a twelfth color and nothing breaks. Code that counts for itself doesn't go stale.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color brains in one skeleton — the engineering point is surgical modification: identify the one line that decides color, replace only it. The random version's trap: choice must run INSIDE the loop (once per move); pick before the loop and the whole spiral is one random color. The sequential version is the graded thinking; the hints in the lab (indexes, %, len) are the ladder — resist handing over the finished line, the notebook prediction table gets them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Predictions before keyboards. Prediction 1 drills the mechanics (7 % 11 = 7 surprises people — a number smaller than the divisor is its own remainder, which is why moves 0–10 map straight to seats 0–10). Prediction 2 applies it; 600 % 11 = 6 rewards actually doing the division. Prediction 3 guards the dice bounds — a die has no zero. Then release: three files, in order —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per Turn It In: dice.py, random_spiral.py, and sequential_spiral.py — all three. Rubric's 4: correct dice bounds, per-move random color, and the wrap-around index built from i, %, and len — one line, not eleven elifs. Tease the capstone straight: Rock Paper Scissors uses nothing new. Everything they need, they already have — that's the point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colors[i % len(colors)]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13 % 11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Modulus Operator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programs, one big trick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builds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files, rising difficulty. The last one earns the period.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dice.py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roll_dice(sides) returns 1 to sides. randint in a wrapper — a warm-up with a contract.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random_spiral.py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lab-30 spiral, recolored: a random pick from a color list on every move.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582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sequential_spiral.py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5820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in ORDER, wrapping back to the start, forever. The modulus trick lives here.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spiral code is printed in the lab — copy it, don't rebuild it. Today is about the colors.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Modulus: the remainder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sign runs the division and keeps only what's left over.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17 % 5  =  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divided by 5 is 3, remainder 2. Modulus throws away the 3 and hands you the 2 — the long division you did in grade school, keeping the part you used to ignore.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check: 3 hours after 11 o'clock isn't 14 o'clock. You wrap at 12 without thinking — that's modulus arithmetic, pre-installed.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05740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%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wrap-around index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is always a legal seat number. Always.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colors[i % len(colors)]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32918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401568"/>
            <a:ext cx="292608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445861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colors[10]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4820717"/>
            <a:ext cx="274320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color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32918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401568"/>
            <a:ext cx="292608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445861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colors[0]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4820717"/>
            <a:ext cx="274320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— first again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32918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401568"/>
            <a:ext cx="292608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55280" y="445861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colors[0]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820717"/>
            <a:ext cx="274320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0" y="56692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colors, 600 moves: i % 11 cycles 0…10, 0…10, 0…10 — the list never runs out, and never crashes.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changes everything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spiral skeleton. Three different color brains.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 &lt; 300: maroon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blue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colors, one switch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random_spiral.py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turtle.pencolor(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random.choice(colors))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color, any move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sequential_spiral.py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58200" y="27432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turtle.pencolor(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colors[i % len(colors)])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colors, in order, repeating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the forward, the right turn — untouched. Only the color decision changes. That's what modifying an algorithm means.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these in your notebook. The table from the board helps.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13 % 11 = ?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22 % 11 = ?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11 =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colors.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color is move 11?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22? Move 600?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roll_dice(6)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every value it can return.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2, 0, 7  ·  moves 11 and 22 wrap to colors[0]; move 600 is colors[600 % 11] = colors[6]  ·  1, 2, 3, 4, 5, 6 — never 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dice.py — roll_dice(sides) returns 1 to sides; main rolls a 6- and a 20-sided die.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random_spiral.py — a random color from the list on every move.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sequential_spiral.py — colors in order, wrapping with i % len(colors). Turn in all three files.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boss fight — everything from this unit, one game, no new tools.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