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Customizing: the song has a tempo, comments, and an imported sound — but its drums are still other people's loops. Today students write their own beat, one character at a time, with a Python string. Also today: variables replace the long sound constants everywhere, because typing DUBSTEP_BASS_WOBBLE_002 four times is three times too many.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formal variable of the unit, introduced with a music-producer motivation: renaming a sound in one place re-auditions the whole song. Section 3.1 has more examples. The all-calls requirement is where points leak — the stragglers hide in the oldest code at the top of the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16-box whiteboard grid beats this slide — build a beat as a class, box by box, then clap it, then play it in EarSketch live. The 0+++/0--- contrast is worth actually playing; sustain-versus-silence is invisible on paper and obvious in headphones. Sixteenth-note grids are how real drum machines think — this is industry notation, not a toy.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Kick on beats 1 and 3, snare on 2 and 4, hats on the eighths — the pattern under half of popular music. Reading the grid left to right while counting '1-e-and-a' aloud connects the notation to the count musicians actually use. Students layer beats by giving each drum its own string and track, which previews the multi-sound makeBeat coming in the lists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encoding idea, stated plainly: a physical rhythm captured as sixteen characters, editable at the single-hit level. This is a representation of a real-world phenomenon in text — the same move as pixels for images or samples for audio, at a scale students can hold in their head. Worth one beat of ceremony before the mechanics resume.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four-argument discipline as fitMedia, new job: sound, track, measure (just one — no end), string. Common crash: sound and string swapped; the error is unhelpful, the fix is section 3.3's example. The one-measure limitation is a deliberate cliffhanger — copy-paste is the wrong answer, and the for loop next lab is the right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Clap the left string together first (hits on beats 1, 2, and the 3-and region). For the transcription, clap something simple twice at a steady count — four hits, a gap, two hits works well. Neighbor disagreements are the point: two honest ears, two strings, one clapped truth — re-clap and re-listen. Then release to lab: variables everywhere, an original beat, makeBeat playing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script downloaded and submitted as .py in Google Classroom. Rubric's 4: every call on variables, an original 16-character beat in a variable, makeBeat playing it — a beat that's YOURS, not the curriculum example with one character changed. Tease: loops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0+++0-0+0-000+00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characters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 measure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Beat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got the drumsticks now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EarSketch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Variables: short names for long sounds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once. Use it everywhere.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7607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drums = OS_LOWTOM01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bass  = DUBSTEP_BASS_WOBBLE_002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fitMedia(drums, 1, 1, 17)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fitMedia(bass,  2, 3, 17)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670048"/>
            <a:ext cx="3749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tom for a kick in ONE line, and every call follows. The variable is the single source of truth for that sound.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 says ALL function calls — hunt down every long name and replace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beat string, decoded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characters. One measure. Three symbols.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6712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sound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205740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16712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48056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ringing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205740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16712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13816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character is one sixteenth note: 4 beats × 4 subdivisions = 16 slots per measure.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“0+++” is one hit ringing out. “0---” is one hit cut short. Play both — your ears will file the difference.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beat, translated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rock pattern, one row per drum.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1069848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 &amp;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 &amp;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 &amp;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 &amp;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kick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0 - -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 - -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0 - -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 - -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snare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 - -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0 - -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 - -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0 - -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hi-hat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0 - 0 -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0 - 0 -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0 - 0 -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0 - 0 -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kick = "0-------0-------"    snare = "----0-------0---"    hats = "0-0-0-0-0-0-0-0-"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53035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makeBeat() calls, three tracks, one groove you've heard ten thousand times.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string IS one measure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"0-00-00+0-000+00"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as rhythm. Sixteen keystrokes you can edit, copy, version, and argue about.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character, change the groove. That precision is why producers who code, code.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makeBeat(sound, track, measure, string)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beat string's player.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463040" y="201168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2176272"/>
            <a:ext cx="86868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= "0-00-00+0-000+00"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makeBeat(drums, 2, 1, beat)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463040" y="4114800"/>
            <a:ext cx="4389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in a variable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477316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 requires the string in a variable — and next lab's loop will demand it anyway.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4114800"/>
            <a:ext cx="4389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measure at a 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477316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call plays your beat at measure 1, once. Playing it across the song is next lab's problem — and its solution is elegant.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clap, then write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directions: string to rhythm, rhythm to string.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string aloud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"0---0---0-0-0---"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 it as a class — a hit per 0, silence per -, steady sixteenth count.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transcribe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claps a short rhythm twice. Write the sixteen-character string for it. Compare with a neighbor — disagreements are the interesting part.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Transcriptions vary by ear — but every valid answer has exactly sixteen characters. Count yours.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every long sound name with a short variable — in ALL function calls.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beat string, store it in a variable, and play it with makeBeat().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in: download your script and submit the .py file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your beat is one measure long. A for loop plays it all song — typed once.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2026-08-19T15:41:56Z</dcterms:created>
  <dcterms:modified xsi:type="dcterms:W3CDTF">2026-08-19T15:41:56Z</dcterms:modified>
</cp:coreProperties>
</file>