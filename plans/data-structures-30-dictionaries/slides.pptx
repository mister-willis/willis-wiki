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lab. Bridge: tic-tac-toe found everything by POSITION — row and column. Some data has no natural position, and forcing it into one is how bugs are born. Today: the dictionary, key-value pairs — then the client brief, delivered with a straight face. Day 1: dict basics, the averages dict, the parse function. Day 2: the can-count algorithm and the full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motivating failure first: student[0] works and means nothing. Bold the vocabulary: dictionary, key, value — a collection of key-value pairs, where the key is the label and the value is the information filed under it. The real-dictionary analogy is in the lab and it's exact: you don't ask for the 3rd word, you ask for THIS word's definition. Lists when order matters; dictionaries when meaning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moves carry the whole lab: build, read, update, guard. The update line deserves a slow read — read the current value, add one, file it back under the same key; it's the counting idiom the parser lives on. The guard (in) is the KeyError vaccine, and today's data guarantees exposure: a novel is full of commas, spaces, and periods that are nobody's key. Connect to IndexError: same disease, different structure — asking for what isn't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deadpan and take clarifying questions as if it were a drainage study. The premise is absurd; the work is not — two datasets (per-can letter averages, measured downstairs; the novel's full text), one join, one number the client can act on. Why dictionaries and not lists? The data is keyed by LETTER, not by position — 'A' → 12.75 is a key-value pair begging for its structure. Sketch the pipeline: averages dict → parse the text → cans → cost, height, weight, calories, leftovers →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two-day map, color-coded. Day 1 ends with Tasks 1–2 done: an averages dict spot-checked against the spreadsheet, and a parse() that returns believable counts. Day 1 wrap move: compare letter counts across the room — matching counts mean working parsers, and a mismatch is the best homework motivation available. Gatsby file placement (same folder as the .py) is the turtle-lab image rule back for a rerun; call it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 body's three jobs in order — upper, guard, count — because each skipped job has a signature failure: skip upper() and half the letters vanish (lowercase isn't a key); skip the guard and the first comma raises KeyError; rebuild the dict inside the loop and every count resets to zero (final tally: one). The starter code in the lab has the file-handling shell; their work is the loop body and the function wrapper. Day 1 lab runs from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 — the do-now (100 needed, 8 per can: why 13 cans, not 12.5?) sets up the ceiling; this slide adds the max. The table's numbers are illustrative, not the real dataset — say so; their program produces the real ones. Let students argue why-the-maximum before confirming: sum double-counts (each can serves ALL letters simultaneously), average underbuys. The two classic wrong turns — sum instead of max, round instead of ceil — both produce plausible-looking wrong answers, which is why the room cross-checks.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Prediction 3 is the fun one: intuition says E (most common in English), but the limiting letter is the biggest need-to-supply RATIO, and the middle-schoolers' data says O is overrepresented in the cans — so the answer isn't obvious from either dataset alone. Have every student write a guess; their own program settles it in an hour, which is the best kind of settling. Then release to the Day 2 build: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per Turn It In: the final .py file only — not the Gatsby text. Rubric's 4: the whole pipeline, with can counts that agree across the room (a leak-free parser) and a summary a client could read. The verbal recommendation to the English teacher happens per Task 5; the WRITTEN version is the next lab, and it has letterhead. Straight face to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 → 12.75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counts[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"E"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it up by name, not by number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Data Structures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was doing a job badly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student[0] is... the name? Probably? A label would know.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position (a list)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["Alex", 11, 3.8]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student[0]  # name? maybe...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lives in your memory, which is a bad place to store things.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meaning (a dictionary)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26974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"Alex",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"grade": 11,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"gpa": 3.8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student["name"]  # no guessing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in, values out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build it. Square brackets ask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{"A": 0, "B": 0}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949440" y="19659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key colon value, comma, repeat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9864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counts["A"]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949440" y="28986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the value filed under "A"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31336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3133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counts["A"] = counts["A"] + 1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49440" y="383133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read it, add one, file it back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764024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13324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6402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char in counts: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49440" y="476402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guard: does this key even exist?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76072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key that isn't there and the program stops with a KeyError — the dictionary cousin of the IndexError you met falling off the board.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from a client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Computer Science has been retained.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Great Gatsby,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SpaghettiOs A to Z's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463040" y="384048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English teacher at our school is considering a switch from printed literature to pasta-based delivery, and has asked us to determine feasibility.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deliverable: </a:t>
            </a:r>
            <a:pPr algn="ctr" indent="0" marL="0">
              <a:buNone/>
            </a:pPr>
            <a:r>
              <a:rPr lang="en-US" sz="20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how many cans?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5623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 per-can letter frequencies has been collected by NPA's 6th grade and middle school scientists. This is real.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pipeline: five tasks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days. The doc numbers them; work them in order.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66928" cy="658368"/>
          </a:xfrm>
          <a:prstGeom prst="roundRect">
            <a:avLst>
              <a:gd name="adj" fmla="val 9677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08760" y="19202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Averages dict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97680" y="19202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letter → average per can, from the collected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761488"/>
            <a:ext cx="566928" cy="658368"/>
          </a:xfrm>
          <a:prstGeom prst="roundRect">
            <a:avLst>
              <a:gd name="adj" fmla="val 9677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6148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7614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parse()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297680" y="276148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every letter in the Gatsby text file; return the counter dict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602736"/>
            <a:ext cx="566928" cy="658368"/>
          </a:xfrm>
          <a:prstGeom prst="roundRect">
            <a:avLst>
              <a:gd name="adj" fmla="val 9677"/>
            </a:avLst>
          </a:prstGeom>
          <a:solidFill>
            <a:srgbClr val="F4B74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0273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6027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can_count()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297680" y="360273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algorithm: how many cans cover the whole book?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443984"/>
            <a:ext cx="566928" cy="658368"/>
          </a:xfrm>
          <a:prstGeom prst="roundRect">
            <a:avLst>
              <a:gd name="adj" fmla="val 9677"/>
            </a:avLst>
          </a:prstGeom>
          <a:solidFill>
            <a:srgbClr val="F4B74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4398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44398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analysis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297680" y="444398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stack height, weight, calories, leftover letters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285232"/>
            <a:ext cx="566928" cy="658368"/>
          </a:xfrm>
          <a:prstGeom prst="roundRect">
            <a:avLst>
              <a:gd name="adj" fmla="val 9677"/>
            </a:avLst>
          </a:prstGeom>
          <a:solidFill>
            <a:srgbClr val="F4B74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28523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52852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297680" y="528523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prints it all, labeled — then you present 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is today. Amber is tomorrow. A working parse() is tonight's finish line.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parse function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through the novel, one count per letter.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035040" cy="3566160"/>
          </a:xfrm>
          <a:prstGeom prst="roundRect">
            <a:avLst>
              <a:gd name="adj" fmla="val 2051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open("The Great Gatsby.txt")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= file.read()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char in content: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 = char.upper()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up in counts: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counts[up] = counts[up] + 1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file.close()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0" y="201168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jobs per character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06640" y="274320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 it (the keys are uppercase). Check it's a real key — commas and spaces get ignored, not counted. Then add one to its count.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it all as parse(), returning the counter dict to main.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novel's worth of characters, one at a time. The loop doesn't get tired.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algorithm: max of ceilings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 ships the whole alphabet. The neediest letter decides.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65960"/>
          <a:ext cx="4663440" cy="914400"/>
        </p:xfrm>
        <a:graphic>
          <a:graphicData uri="http://schemas.openxmlformats.org/drawingml/2006/table">
            <a:tbl>
              <a:tblPr/>
              <a:tblGrid>
                <a:gridCol w="1165860"/>
                <a:gridCol w="1165860"/>
                <a:gridCol w="1165860"/>
                <a:gridCol w="11658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26,000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2477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18,000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5.25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0116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letter: cans = need ÷ per-can average, rounded UP — you can't buy part of a can. Then keep the biggest answer. That's the order.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611880"/>
            <a:ext cx="5760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794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maximum?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42519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enough cans for the hungriest letter and every other letter is covered for free — each can delivers all 26 whether you need them or not. The rest becomes leftovers, which is Task 4's punchline.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math.ceil() rounds up. Loop the keys, compute, keep the max — the lab numbers the steps.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predictions in your notebook. The data will rule on them.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 100, per can 8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cans = ? (and not 12.5)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parse() meets "," and " "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to each?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3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letter forces the most cans — the most-used letter, or something sneakier?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13 — ceil, you can't buy part of a can  ·  skipped by the guard, not counted  ·  it's the need ÷ per-can RATIO that rules; write your guess down and let the data judge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3500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1–2: the per-can averages dictionary, and parse() counting every letter of Gatsby.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218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3–4: can_count() by max-of-ceilings, plus cost, height, weight, calories, and leftovers.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main() prints the labeled summary. Turn in your final .py — the Gatsby text file stays home.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the client wants it in writing. Engineers finish the paperwork.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2026-08-19T16:17:09Z</dcterms:created>
  <dcterms:modified xsi:type="dcterms:W3CDTF">2026-08-19T16:17:09Z</dcterms:modified>
</cp:coreProperties>
</file>