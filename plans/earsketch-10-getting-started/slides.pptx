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launch. The pitch: musicians and programmers write computer code to create sounds, effects, and songs — starting today, so does this class. Python on the left, a studio timeline on the right, and every lab in this unit grows one song. First job after slides: accounts, WITH a recovery email — an account without one is a forgotten password away from starting the unit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in the live tool, not just the slide — open EarSketch and point at all three panels. The never-drag rule is the unit's identity: students who've used GarageBand expect to drag; here the script IS the song, and re-running the script rebuilds the timeline from nothing. That's what makes it programming.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call aloud as a sentence: 'put SOLIDGROOVE on track 1, from measure 1 to measure 9.' Argument ORDER is the day's number-one crash — sound, track, start, end, always. Ask: which 1 is the track? Which is the measure? If students can answer for this line, they can debug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picture is the assignment: three tracks, entrances at measures 1, 3, and 5 — exactly the checklist's shape (three-plus calls, three-plus tracks, at least one sound starting after measure 1). A measure is a few seconds of musical time; track numbers are lanes, one sound per lane per moment. The do-now sketch was this diagram —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unit in one slide. Follow it with the two-minute live speed-run: new script, one fitMedia call typed while narrating each argument, Run, sound plays. Narrate misclicks cheerfully — the message is that the tool is approachable and every error is free. Then accounts, then hands off to the curriculum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students past the first search result — two minutes of previewing beats twenty minutes of regret. The headphone line is the lab's own rule. Practical tip: clicking a sound name in the browser copies the constant, which kills most spelling errors before they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then compare with a neighbor. This is the fitMedia anatomy slide run backwards — code to picture instead of picture to code. Students who can do both directions are done with instruction; release to lab: accounts first (recovery email!), curriculum 1.1-1.3, then their own three-call song.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the script downloaded from EarSketch (Content Manager → SCRIPTS → Download → Script) and submitted as a .py in Google Classroom. Walk the download path on the projector once — it's four clicks nobody finds alone. Rubric's 4: all requirements plus sound choices that are the student's own. Tease: customizing — tempo, comments, Freesound.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fitMedia  ·  tracks  ·  measures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music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EarSketch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code. Make music.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EarSketch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left, studio right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window, two worlds, wired together.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3017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Python. You type code here and press Run — this is where the song is actually written.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01168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timeline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2670048"/>
            <a:ext cx="3017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stacked like a studio mixing desk. Every Run rebuilds it from your code — the timeline is the OUTPUT.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01168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sound browser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21040" y="2670048"/>
            <a:ext cx="3017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studio-made loops and samples, searchable by genre and instrument. Your raw material.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the unit: you never drag sounds onto the timeline. Code puts them there.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fitMedia(sound, track, start, end)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arguments. The whole job.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463040" y="1965960"/>
            <a:ext cx="9235440" cy="1188720"/>
          </a:xfrm>
          <a:prstGeom prst="roundRect">
            <a:avLst>
              <a:gd name="adj" fmla="val 6154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737360" y="2130552"/>
            <a:ext cx="8686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0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fitMedia(HIPHOP_SOLIDGROOVE_010, 1, 1, 9)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178808"/>
            <a:ext cx="19659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sound, by its browser name.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3520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3320" y="4178808"/>
            <a:ext cx="19659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lane of the timeline it lives 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3520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4178808"/>
            <a:ext cx="19659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 where it begins.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06840" y="352044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3703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81160" y="4178808"/>
            <a:ext cx="19659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 where it stops.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Tracks and measures: the grid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stack sounds. Measures place them in time.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23042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1  drums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0" y="219456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2286000"/>
            <a:ext cx="8046720" cy="548640"/>
          </a:xfrm>
          <a:prstGeom prst="roundRect">
            <a:avLst>
              <a:gd name="adj" fmla="val 8333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55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2  bass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32461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0" y="3337560"/>
            <a:ext cx="6035040" cy="548640"/>
          </a:xfrm>
          <a:prstGeom prst="roundRect">
            <a:avLst>
              <a:gd name="adj" fmla="val 8333"/>
            </a:avLst>
          </a:prstGeom>
          <a:solidFill>
            <a:srgbClr val="13324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407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3  melody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429768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438912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F4B74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5440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 →   1     2     3     4     5     6     7     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entrances are what make it a song instead of a pile.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 of code is a producer's decision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fitMedia(drums, 1, 1, 9)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plays. Where it sits in the mix. When it enters. When it leaves.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this unit — beats, loops, effects, functions — is more precise control over those four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own sounds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pays for your picks, not the example's.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is the instrument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7548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genre, instrument, or artist. Preview with one click. Constants like DUBSTEP_BASS_WOBBLE_002 paste straight into your call.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graded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70048"/>
            <a:ext cx="47548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the curriculum's example proves you can copy. CHOOSING proves you can navigate the library and commit to a sound — which is the actual skill of production.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Headphones on. The classroom doesn't need ten songs at once.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sketch the timeline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code. Draw what it builds.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30936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576072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fitMedia(drums,  1, 1, 9)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fitMedia(bass,   2, 3, 9)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fitMedia(melody, 3, 5, 9)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06640" y="201168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0" y="2670048"/>
            <a:ext cx="36576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three-track grid this code produces. Where does each sound start and end? What does a listener hear at measure 2? At measure 6?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drums 1–9 · bass enters at 3 · melody at 5 · measure 2 = drums alone · measure 6 = all three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EarSketch account — with your NPA email for password recovery. Non-negotiable.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curriculum sections 1.1–1.3, then your first song: 3+ fitMedia() calls, 3+ tracks, one entrance after measure 1, sounds you chose.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in: download your script and submit the .py file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tempo, comments, and a sound EarSketch doesn't even have.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2026-08-19T15:41:56Z</dcterms:created>
  <dcterms:modified xsi:type="dcterms:W3CDTF">2026-08-19T15:41:56Z</dcterms:modified>
</cp:coreProperties>
</file>