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lab built around one spiral drawn three ways. Bridge: the map lab ended with every command typed by hand; today the algorithm demands 600 moves and nobody's typing them. Day 1: the algorithm and the while loop. Day 2: the for loop and if/else color switch. Deck pauses after the dark payoff slide on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dread build: the algorithm from the lab is honest — 600 moves, distance climbing by one each time. Ask: what are the ONLY two commands that repeat? (forward and right — the distance is the only thing changing.) That observation is the whole lesson: when you can say 'do this again, with the number one bigger,' you have a loop. Vocabulary to bold: algorithm (the numbered English recipe in the lab) and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first three iterations on the board with a two-column table: i, what happens. i=1: forward 1, turn, i becomes 2. The double-duty insight is the lab's key: i counts iterations AND supplies the distance — one variable, two jobs. Misconception to front-run: forgetting i = i + 1 gives an infinite loop drawing 1-step moves forever; the symptom is 'nothing is changing.' Day 1 lab starts after this slide's board trace... one more slide first (the payoff), then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beat, big number. The compression is the argument for loops — and the maintainability point matters more than the typing: want a tighter spiral? Change 121 in ONE place. Then release to Day 1 lab: build the while-loop spiral, single color, submit the checkpoint. WRAP for Day 1 (after lab): their loop needed three lines just to manage i — set up tomorrow's question: counting is so common Python built a loop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Connect to the do-now (circle the three counting lines in yesterday's loop): the for loop is those three lines, absorbed. Side-by-side reading: same body, no setup, no increment. The range detail that matters: starts at 0, stops BEFORE 600 — still 600 iterations. Ask: does the spiral care whether i runs 0–599 or 1–600? (Barely — one invisible 0-step move; but remember the zero start. It returns with a vengeance in the modulus lab.) Checkpoint after the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condition reads in plain English: fewer than 300 turns so far? maroon; otherwise blue. Bold the vocabulary: selection. The amber point is the day's common error — an if/else OUTSIDE the loop runs once and paints the whole spiral one color with perfectly legal syntax. Ask: when i is 299, which branch? 300? (First blue move — the boundary is exact, and it's the practice slide's question too.) Indentation is doing real work here: two levels deep for the first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predictions attack the same enemy: off-by-one thinking. range(5) is five numbers starting at zero; the boundary question makes them read i &lt; 300 as a count of moves (0 through 299 is exactly 300 moves). Solo first, neighbor check, then run the range(5) one live. Then release to the final build: add the conditional, finish the spiral —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per Turn It In: the finished spiral program (.py) — plus the two checkpoint submissions named in the lab's Checkpoint boxes along the way. Rubric's 4 pays for the visible progression (while, then for, then selection), not just the final image. Tease next lab: input() — the user finally gets to type back, and the program has to 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forward(i) · right(121)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1200 lines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Python to repeat itself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Learn 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spiral, priced by hand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forward i steps, turn right 121°. Do it 600 times.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forward(1)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right(121)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forward(2)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right(121)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forward(3)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0" y="2103120"/>
            <a:ext cx="6949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two commands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27432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forward, turn right. Only the distance changes — up by one each move. Everything else repeats, exactly, 600 times.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4160520"/>
            <a:ext cx="6949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by hand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4800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typed lines, one typo somewhere in the middle, and no way to find it. Humans are terrible at this. Computers were built for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while loop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condition, a body, and a counter that must move.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&lt;= 600: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turtle.forward(i)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turtle.right(121)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766560" y="2011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starts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0" y="2926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&lt;= 600: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0" y="2926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— loop runs while it's true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38404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indented lines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— what repeats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4754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i + 1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0" y="4754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moves, or the loop never ends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does double duty here: it counts the loops AND it is the distance to walk.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loop bought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1,200</a:t>
            </a:r>
            <a:pPr algn="ctr" indent="0" marL="0">
              <a:buNone/>
            </a:pPr>
            <a:r>
              <a:rPr lang="en-US" sz="72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algn="ctr" indent="0" marL="0">
              <a:buNone/>
            </a:pPr>
            <a:r>
              <a:rPr lang="en-US" sz="7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for the same spiral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97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typo once, not 600 times. Change the angle once, not 600 times.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aren't paid to type. They're paid to notice patterns.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 loop: counting, built in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spiral. Python runs the counter for you.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— you count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&lt;= 600: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— Python counts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range(600):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turtle.forward(i)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turtle.right(121)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range(600) hands i the values 0, 1, 2, … 599 — six hundred of them, starting at zero.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Selection: the color switch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turn 300, maroon becomes blue. The program decides mid-loop.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852160" cy="3566160"/>
          </a:xfrm>
          <a:prstGeom prst="roundRect">
            <a:avLst>
              <a:gd name="adj" fmla="val 2051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range(600):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&lt; 300: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turtle.pencolor("maroon")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turtle.pencolor("blue")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turtle.forward(i)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turtle.right(121)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201168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26517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checks a condition and picks a branch — every single trip through the loop, 600 decisions in all.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0" y="4343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if lives matters. Inside the loop: 600 decisions. Outside: one.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predictions in your notebook. The interpreter grades them.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numbers print, what's the first, and what's the last?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boundary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889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finished spiral, what color is the move when i is 299? When i is 300? How many moves are maroon in total?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it from the condition, not from hope.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five numbers, 0 through 4 — no 5  ·  299 maroon, 300 blue, 300 maroon moves (i = 0…299)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350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spiral with a while loop — submit the checkpoint copy.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218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it with for and range() — submit the checkpoint copy.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if…else: maroon for the first 300 turns, blue after. Turn in the finished spiral (.py).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your programs stop talking at people and start listening.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2026-08-19T16:13:51Z</dcterms:created>
  <dcterms:modified xsi:type="dcterms:W3CDTF">2026-08-19T16:13:51Z</dcterms:modified>
</cp:coreProperties>
</file>