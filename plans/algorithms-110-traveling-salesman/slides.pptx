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closer. Bridge from merge sort: every algorithm in this unit had an exact answer waiting at the end — convert, search, sort, simulate. This lab is the exception: a problem so expensive to solve exactly that 30 cities outlast the universe. Today students meet the workaround the real world runs on: heuristics.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from the lab, verbatim: each city exactly once, close the loop back to the start. At 5 cities the game is honestly winnable — the note in the lab says just try to TIE the computer. The screenshot of the tie is deliverable 1. The 5-city stage exists to make the 30-city wall feel personal.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counting argument is the lab's hint for question 10, staged: from the start city, 29 choices, then 28, then 27… Question 7 (5 cities → 24) uses the identical logic, so doing it small first makes the big computation a pattern, not a mystery. Give calculators a moment here — the payoff lands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29! ≈ 8.8 × 10^30. The universe is about 4.4 × 10^17 seconds old — so one-route-per-second coverage since the Big Bang is on the order of 10^-13 of the space. Let students' own question-10 numbers land first, then show this. AP CSP language: factorial efficiency = unreasonable time; when no efficient algorithm exists, approximate solutions are sought. That sentence is the pivot to heuristics.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from the lab: a practical shortcut aiming for good-but-not-guaranteed-optimal, used when exact solutions are too slow. The lab's own BAD example ('always visit the farthest city') is worth showing as contrast — it's followable but aims wrong. A good heuristic has no judgment words in it: 'best-looking' is an answer, not a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lab's warning callout, made a norm: honest bad routes beat quietly-fudged good ones, because the bad route is DATA. Genuinely different means a different principle — nearest-neighbor versus always-clockwise-sweep, say — not nearest-neighbor with new adjectives. The Consider questions afterward ask whether either beat the computer and whether 'good enough' would satisfy someone paying for the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Predict-then-verify, one last time this unit. Circulate and reject judgment-word rules on the spot — rewriting 'go to the best city' into a mechanical rule IS the learning. The weakness prediction sets up the Consider questions: a student who correctly predicted their heuristic's failure mode has done real algorithm analysis, no code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 exactly: answers to 7, 10, 11, 13; the three screenshots (steps 8, 12, 14); the three Consider arguments — all in the notebook. Rubric's 4: computed-not-guessed path counts, genuinely different heuristics, and 'good enough' argued from their own routes. This closes the algorithms unit — the tease is the unit's own summary line rather than a next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 → C → … →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29!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Traveling Salesman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 answers stop being an option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city once. Return home. Shortest route wins.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63040" y="2926080"/>
            <a:ext cx="384048" cy="38404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2194560"/>
            <a:ext cx="384048" cy="384048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6" name="Shape 4"/>
          <p:cNvSpPr/>
          <p:nvPr/>
        </p:nvSpPr>
        <p:spPr>
          <a:xfrm>
            <a:off x="4023360" y="3474720"/>
            <a:ext cx="384048" cy="384048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4480560"/>
            <a:ext cx="384048" cy="384048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2377440"/>
            <a:ext cx="384048" cy="384048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cities — feels easy. It 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game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670048"/>
            <a:ext cx="46634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Traveling Salesman Game (linked in the assignment): click cities to build a route, return to your start, and try to tie or beat the computer's 'distance to beat.'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5 cities. Tie the computer, screenshot it, and count how many possible routes you were up against.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turn the dial to 30.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routes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start: any of 4, then 3, then 2, then 1.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12848"/>
            <a:ext cx="502920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4×3×2×1 = 24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53507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for 5 cities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212848"/>
            <a:ext cx="502920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29! = 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309360" y="353507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for 30 cities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Twenty-four routes: you could check them all with a pencil. Question 10 asks what 29! comes to.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it out — or find the factorial key — before you look at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29! seconds, give or take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8,841,761,993,739,701,954,543,616,000,000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through 30 cities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one route per second, the universe's entire </a:t>
            </a:r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billion years</a:t>
            </a:r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covers about </a:t>
            </a:r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0.000000000005%</a:t>
            </a:r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isn't slow here. It's over.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Heuristics: good enough, fast enough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of thumb instead of a guarantee.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heuristic promises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route, found fast. Not the best route — nobody can certify the best without checking them all, and we just watched that idea die.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looks like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you could follow mechanically from any city: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visit the NEAREST unvisited city next.”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followable — and sometimes visibly dumb. That tradeoff is the subject.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algorithms when you can. Heuristics when you must.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it literally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measuring the rule — not your eyes.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675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61264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30-city game executing your heuristic exactly — even when you can SEE it's about to do something expensive.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override it with human judgment, you're no longer measuring the heuristic. And a computer following your rule wouldn't get to cheat.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heuristics, two games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670048"/>
            <a:ext cx="34747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rule #1, play it, screenshot.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rule #2 — a genuinely different KIND of rule — play it, screenshot.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write heuristic #1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a machine could follow. Then predict its weakness.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sentences deciding which city to visit next, from ANY current city.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no judgment words (best, smart, good), no exceptions, no 'unless it looks wrong.'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heuristic has a situation that embarrasses it. Nearest-neighbor, famously, strands its last few cities across the whole map.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where YOURS will look dumb — before the game shows you.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30-city game grades this prediction in about four minutes.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questions 7, 10, 11, and 13 in your notebook — path counts computed, heuristics written as rules.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screenshots: your 5-city tie, and one 30-city game per heuristic, followed literally.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thoughts on the three Consider questions — did they beat the computer, is the computer even optimal, and was yours good enough?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unit: exact algorithms when you can, heuristics when you must. You now own both.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