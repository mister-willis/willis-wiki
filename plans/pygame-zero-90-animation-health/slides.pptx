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Two-day lesson; deck spans both. Day 1: blit-tiled background and weights falling via the built-in animate() function. Day 2: the heart HUD, invincibility frames, and Game Over. Hook: this is the first game with real stakes — five hearts, and a screen that ends the game when they're gone.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blit draws by image name at a position — top-left corner, not center (different from Actors; worth saying). The arithmetic: HEIGHT - 256 pins the tile's bottom edge to the screen bottom; i*256 marches copies across. Do-now already covered the count (four) and copy 3's start (512). The tile-matching note explains why THIS image tiles cleanly — the artist made the edges 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respawn pattern in move_weights(): when a weight's y passes HEIGHT, teleport it to a random x at y=0 and call animate() to send it down again. Weights START at HEIGHT+1 so frame one treats them as 'fallen' and spawns them properly — sneaky and worth admiring aloud. The lab tries linear 1.0, then accelerate, then 2.0 seconds — feel the difference, then choose. Using a library is a choice you're qualified to make once you've done it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minutes, then compare with a neighbor. The right-hand card ties motion type to GAMEPLAY, not just looks — accelerate is scarier at the bottom, which is where the player lives. Then Day 1 lab: background, move_player(), falling weights. DAY 1 ENDS with weights raining and nothing at stake —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OPENER. Recap the do-now (a 15-frame overlap without protection = all hearts gone in one hit — the next slide's problem). Walk the index trick slowly on the board: health 5→4, and health[4] is the fifth, rightmost-but-one… no — list index 4 IS the last of five (0..4). That off-by-one conversation is worth two minutes now versus ten at rotation. Draw order: hearts last or the trees eat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compound conditional carries the day: touching AND not-currently-invincible. Mechanics: hit sets invincible=20; the counter ticks down at the top of check_damage() — OUTSIDE the collision if (inside, it only ticks while touching and never expires; the classic bug). The visible flash: alien_hit image while the counter runs, normal after. Name the pattern in games they know — post-hit flashing is invincibility frames, industry-wide.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Structurally the biggest edit of the lab: not new code, but re-shaping draw() around a branch. The re-indentation warning is verbatim from the lab — a missed line produces weights raining on the Game Over screen, which is at least thematic. Seed for lab 100: this if/else on health is a baby version of MODES — next lab generalizes it into costume/play/game-over, with a reset.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Deliverable: one file, dodge.py, with the full chain working together. Rubric's 4: seamless tiles, accelerate motion, exactly one heart per hit with the flash, and a Game Over that arrives when it should. Self-test worth suggesting: stand still under a weight and count what it costs (one heart, not five). Tease: lab 100 is the unit's summit — the infinite runner.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animate(w, "accelerate", 2.0, y=HEIGHT)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dodge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♥ ♥ ♥ ♥ ♥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Tiles, Animation, Health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fall from a clear blue sky. Your only defense is footwork.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Computer Science  •  Pygame Zero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Backgrounds don't need Actors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blit() paints an image. A loop paints it four times.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6400800" cy="1828800"/>
          </a:xfrm>
          <a:prstGeom prst="roundRect">
            <a:avLst>
              <a:gd name="adj" fmla="val 4000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33172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range(4):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screen.blit("background_color_trees",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(i * 256, HEIGHT - 256))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06640" y="210312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an Actor?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80960" y="2761488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trees never move, collide, or change. Actors are for things with behavior; blit just puts pixels where you say.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420624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4434840"/>
            <a:ext cx="2514600" cy="1097280"/>
          </a:xfrm>
          <a:prstGeom prst="roundRect">
            <a:avLst>
              <a:gd name="adj" fmla="val 3333"/>
            </a:avLst>
          </a:prstGeom>
          <a:solidFill>
            <a:srgbClr val="DFF6EA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709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256px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03320" y="4434840"/>
            <a:ext cx="2514600" cy="1097280"/>
          </a:xfrm>
          <a:prstGeom prst="roundRect">
            <a:avLst>
              <a:gd name="adj" fmla="val 3333"/>
            </a:avLst>
          </a:prstGeom>
          <a:solidFill>
            <a:srgbClr val="DFF6EA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4709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256px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55080" y="4434840"/>
            <a:ext cx="2514600" cy="1097280"/>
          </a:xfrm>
          <a:prstGeom prst="roundRect">
            <a:avLst>
              <a:gd name="adj" fmla="val 3333"/>
            </a:avLst>
          </a:prstGeom>
          <a:solidFill>
            <a:srgbClr val="DFF6EA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4709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256px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06840" y="4434840"/>
            <a:ext cx="2514600" cy="1097280"/>
          </a:xfrm>
          <a:prstGeom prst="roundRect">
            <a:avLst>
              <a:gd name="adj" fmla="val 3333"/>
            </a:avLst>
          </a:prstGeom>
          <a:solidFill>
            <a:srgbClr val="DFF6EA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4709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256px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 designed to match at the edges: grass height left edge = grass height right edge. Seams vanish.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animate(): motion as a one-liner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wrote gravity by hand in lab 40. Now the library offers.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0698480" cy="1188720"/>
          </a:xfrm>
          <a:prstGeom prst="roundRect">
            <a:avLst>
              <a:gd name="adj" fmla="val 6154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317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animate(</a:t>
            </a:r>
            <a:pPr algn="ctr"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ctr" indent="0" marL="0">
              <a:buNone/>
            </a:pPr>
            <a:r>
              <a:rPr lang="en-US" sz="22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"accelerate"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ctr"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ctr" indent="0" marL="0">
              <a:buNone/>
            </a:pPr>
            <a:r>
              <a:rPr lang="en-US" sz="22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y=HEIGHT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Actor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move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93008" y="35661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type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675888" y="4160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feel: linear, accelerate, decelerate, bounce_end…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54496" y="35661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37376" y="4160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the trip takes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15984" y="35661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98864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198864" y="4160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ends up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5486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“accelerate” is lab 40's gravity, prepackaged. You know what it costs because you built it once.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place the tiles, pick the motion.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tiles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screen.blit("background_color_trees", (0, 0)) — where does the image land? What two changes put it at the bottom-left instead?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fall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27432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weights: one falls with "linear", one with "accelerate", both in 2 seconds. Which looks like real falling? Which is easier to dodge at the END of its drop?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top-left corner · y becomes HEIGHT - 256, and only y  |  accelerate · linear — accelerate arrives fastest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hearts, one list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HUD is Actors too — and the index does the bookkeeping.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6035040" cy="2651760"/>
          </a:xfrm>
          <a:prstGeom prst="roundRect">
            <a:avLst>
              <a:gd name="adj" fmla="val 2759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33172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= []
for i in range(player.health):
</a:t>
            </a:r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 = Actor("hud_heart")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h.x = 25 + (i * 50)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h.y = 25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health.append(h)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132320" y="2103120"/>
            <a:ext cx="44805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trick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06640" y="2761488"/>
            <a:ext cx="393192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hit: player.health goes 5 → 4, then health[player.health] — index 4, the LAST heart — swaps its image to hud_heart_empty. Decrement, then index. The order is the trick.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hearts LAST in draw(), so they sit on top of everything else.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one hit shouldn't cost everything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frames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invincibility after every hit — a third of a second where damage doesn't count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collidelist(weights) != -1 </a:t>
            </a:r>
            <a:pPr algn="ctr"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algn="ctr" indent="0" marL="0">
              <a:buNone/>
            </a:pPr>
            <a:r>
              <a:rPr lang="en-US" sz="22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player.invincible == 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 overlaps you for many frames. Without the countdown, every one of them bills you a heart.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seen this: the flashing after a hit, in every platformer ever. Now you build it.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Over is an if statement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branch draws the game. The other draws the end.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6217920" cy="3200400"/>
          </a:xfrm>
          <a:prstGeom prst="roundRect">
            <a:avLst>
              <a:gd name="adj" fmla="val 2286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33172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draw():
    screen.fill("white")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player.health &gt; 0: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trees, player, weights, hearts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screen.draw.text("Game Over", …)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0" y="2103120"/>
            <a:ext cx="42976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2286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moves right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9520" y="2761488"/>
            <a:ext cx="374904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the old draw code in the if means EVERY drawing line gains one level of indentation. Miss one and it draws whether you're alive or not — the lab's warning box says exactly this.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gone? The whole scene stops drawing, and two words take the stage.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965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19385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 background tiles cleanly across the bottom of the screen.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277063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7432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fall from random positions, accelerating as they drop.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31520" y="357530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575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54787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heart per hit — with the hit-image flash while briefly invincible.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31520" y="437997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379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352544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hearts run out: “Game Over.” Submit dodge.py in Google Classroom.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the big one — an infinite runner with costumes, modes, and a reset.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2026-08-19T15:35:59Z</dcterms:created>
  <dcterms:modified xsi:type="dcterms:W3CDTF">2026-08-19T15:35:59Z</dcterms:modified>
</cp:coreProperties>
</file>