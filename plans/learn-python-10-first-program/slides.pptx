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day of real programming. Bridge: every device they own runs on instructions somebody typed; today they type some. The promise up front: by the bell, everyone has written, saved, and run a genuine Python program with variables and math. This is a follow-along lab — the class writes it together on the projector, so keep the deck brisk and get to the keyboard.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 the tradition straight: Hello World goes back to the first C books, and refusing to break it is half superstition, half quality check — if two words won't print, nothing bigger will. Then define a program plainly: instructions, in order, no judgment. Ask: what happens if YOU follow good instructions out of order? Same deal. The do-now (robot directions to a seat) already made this point; connect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cycle once on the projector before any code content: new file, save as first_program.py (narrate the .py extension and where the file lands — students lose files on day one), run the empty file. Nothing happens, and that's a successful run. The save-before-run habit is the one to install today; the 'why didn't my change do anything' mystery is always an unsaved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Dissect the line before typing it. print is a function — a named instruction; parentheses hold what you hand it; quotes mark a string (bold the word, define it in passing: text, kept exactly as typed). Ask: what do the quotes actually DO? Then show the failure live if time allows — print(Hello) — and read the NameError aloud cheerfully. Errors are the computer being specific, not mean. Then to the keyboard: everyone types and runs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labeled-box analogy: a variable is a box with a label; assignment puts a value in the box; using the name opens the box. Limits of the analogy: reassigning replaces the contents, no second box. Data types by contrast: "Steve" is a string (quotes), 25 is a number (no quotes). Plant the trap now: "25" with quotes is TEXT that looks like a number, and math on it goes sideways — that misconception returns in the Grade Calculator lab, so name it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of variables: compute from the label. Ask: if I change age to 30, what prints — and what did I NOT have to change? That's why programmers store values. State the rule plainly: typing the answer yourself (print(30)) runs fine and earns nothing — the rubric's 4 requires Python doing the arithmetic from the stored variable. Ideas for their own program: age in five years, double the favorite number, minutes in their 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quiet minutes, predictions in notebooks, then run all three on the projector. Prediction 1 vs 2 is the quotes lesson landing: quoted text is kept exactly as typed; unquoted numbers get computed. Prediction 3 confirms the variable does its job. Anyone who wrote '2 + 3' for prediction 2 is holding the misconception this slide exists to catch. Then release to personalization —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per Turn It In: first_program.py, saved under exactly that name and submitted. Walk the rows against the You've-got-it-when checklist in the lab. Rubric is printed at the bottom of the assignment — a 4 means all four printed pieces with the calculation done by Python from the stored variable. Tease next lab deadpan: turtle graphics, an actual turtle, a maze, and a run to Dutch Bros.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World!")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Python Program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words, then real Python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Learn 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"Hello, World!"?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programmer's first program. It's a tradition, and we're keeping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1970s, the first program in a new language prints these two words and does nothing else useful. Billions of careers have started exactly here — same two words, straight face.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program 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5603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instructions the computer follows in order, top to bottom, without judgment. If the instructions are right, it works. If not, it tells you — and you fix them.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program does nothing useful. Your second one starts 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cycle: write, save, run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do this loop a thousand times. Learn it once, properly.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instructions into a file — a plain text file with a .py name.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348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09160" y="34747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first_program.py. Unsaved changes don't run; this bites everyone once.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03920" y="34747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the file top to bottom and does what it says. Output appears in the console.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file? Save and run again. The computer only knows what's on disk.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print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line, three parts. Get the parts right and Python obeys.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ctr" indent="0" marL="0">
              <a:buNone/>
            </a:pPr>
            <a:r>
              <a:rPr lang="en-US" sz="44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ctr" indent="0" marL="0">
              <a:buNone/>
            </a:pPr>
            <a:r>
              <a:rPr lang="en-US" sz="44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World!"</a:t>
            </a:r>
            <a:pPr algn="ctr" indent="0" marL="0">
              <a:buNone/>
            </a:pPr>
            <a:r>
              <a:rPr lang="en-US" sz="44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347472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584448"/>
            <a:ext cx="31089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464149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5003597"/>
            <a:ext cx="292608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instruction: put this on the screen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347472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584448"/>
            <a:ext cx="31089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464149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parentheses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5003597"/>
            <a:ext cx="292608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what you're handing 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347472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3584448"/>
            <a:ext cx="31089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"…"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046720" y="464149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5003597"/>
            <a:ext cx="292608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text — a string, exactly as typed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0" y="5715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quotes and Python goes looking for a thing named Hello. It will not find one.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Variables: labeled boxes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value once. Use the label everywhere.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"Steve"</a:t>
            </a:r>
            <a:endParaRPr lang="en-US" sz="2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= sign doesn't ask a question — it files the value on the right into the label on the left. From then on, the label stands in for the value.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10312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212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"Steve"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0" y="3429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quotes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0" y="210312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212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144000" y="3429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23544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quotes — math works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46634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types today. The quotes are the whole difference — and the difference matters.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Python do the math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number once. Compute with the label.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852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+ 5)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opens the box, finds 25, adds 5, prints 30. Change the first line to 30 and the answer follows — you never touch the math.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20116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the lab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3760" y="27432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calculation happens in the program, not in your head. print(30) is you doing Python's job for it — and the rubric can tell the difference.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Operators: +   -   *   /   — the keyboard's whole calculator.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you personalize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predictions in your notebook. Then we run them together.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print("2 + 3")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appears on screen?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+ 3)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appears now — and why is it different?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+ 4)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prints?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2 + 3 (quotes mean exactly as typed)  ·  5  ·  20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prints Hello, World!, your name and a fun fact, a stored number, and a calculation from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two different strings and one number — and Python does the math, not you.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 as first_program.py and submit it.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your code takes command of a turtle. This is real.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2026-08-19T16:13:51Z</dcterms:created>
  <dcterms:modified xsi:type="dcterms:W3CDTF">2026-08-19T16:13:51Z</dcterms:modified>
</cp:coreProperties>
</file>