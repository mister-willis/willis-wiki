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period. The board introduces itself over USB as a keyboard and the computer takes it at its word — then button presses become keystrokes, and keystrokes become game controls. The gate: button A must send a single clean letter before any game is opened. The concept: the press-release-wait pattern, and why each of its three lines is load-bearing.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reframe of the day: 'keyboard' names a conversation, not an object. Every controller, drawing tablet, and barcode scanner plays this same trick over USB HID. Connect to the do-now inventory: each device they listed sends messages; today they build one. Setup lines (import, Keyboard object) go BEFORE the loop — the structure slide from roulette still rules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as a story: finger down → press → release → and then the program stands at the door until the finger leaves. The wait loop is the subtle one — the infinite loop runs thousands of times a second, far faster than a human can let go of a button, so without the wait, one human press is dozens of program passes, each sending a fresh key. The next slide shows the crime scene.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on the projector if you can stomach it — comment out the wait loop, press once, watch the screen fill. Instant, visceral comprehension. The amber footer is the lab's own warning box and it is not theoretical: the board will type the letter A into the student's own code.py the first time they test with the editor focused. Undo fixes it; the habit of clicking a harmless window first prevents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subtle naming trap: Keycode.A means 'send the letter A,' regardless of which physical button triggered it. Board button A sending Keycode.SPACE is normal controller design. Task order from the lab: button B joins with the same pattern, then both get remapped for a chosen game, then the combo task (a single press sending a timed sequence — jump AND attack) for the quick finishers. Games are the test bench, not the reward — say it once, mean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Notebooks, two minutes, reveal. Left card cements the dark slide with a number they choose themselves. Right card re-tests the unit's structural rule (setup once, loop forever) in a fresh context — the object creation belongs in setup. Then release: steps 1–6 to the single-letter checkpoint, and no games until it passes.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stretch task from the lab, for students whose two buttons already work: one physical press emitting a timed sequence. The idea generalizes — macro keys and accessibility switches are exactly this. Tuning the sleep against a real game is legitimate testing work, not goofing off, as long as the notebook says what values they tried. The bottom line reprises the pattern: even a combo ends with waiting for the finger.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matches Turn It In exactly: code.py from the CIRCUITPY drive. Rubric's 4: both buttons mapped to a game with the full press-release-wait pattern on each. Cold-close: walk me through press, release, wait — what breaks if each line is missing? Tease the accelerometer lab: same USB trick, but the next input isn't a button — it's gravity.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 → release → wait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keystroke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an Input Device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board tells the computer it's a keyboard. The computer believes it.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6  •  Circuit Playground Express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keyboard actually 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plastic. The messages.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sends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messages, forever: “key A went DOWN” and “key A came UP.” That's the whole language. The computer never sees fingers — only messages arriving over USB.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anything that speaks it...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...IS a keyboard, as far as the computer cares.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= Keyboard(usb_hid.devices)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line, and your board joins the club.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speak the protocol, you're a keyboard. The computer checks your grammar, not your ID.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pattern: press, release, wait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lines. Each one earns its keep.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keyboard.press(Keycode.A)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943600" y="201168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computer: key down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63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keyboard.release_all()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0" y="30632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computer: key up — skip this and the key is down FOREVER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14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cp.button_a: pass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943600" y="41148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YOUR finger to leave — skip this and one press fires dozens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live inside  if cp.button_a:  — which lives inside the infinite loop.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the wait loop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AAAAAAAAAAAAAAAAAAAAAAAA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press. one human, ordinary press.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checks the button thousands of times a second. Your finger is not that fast.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your board types into whatever window has focus. Including your code. Click somewhere harmless first.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Keycodes: pick your controls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maps what gets SENT, not which button you pressed.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popular ones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Keycode.SPACE — jump, in most games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Keycode.UP_ARROW / DOWN / LEFT / RIGHT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Keycode.W  A  S  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Keycode.RETURN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list is linked in the lab.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a real game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Dash wants SPACE. Drift Boss wants basically one key. Pick the game, THEN pick the keycodes — a controller is designed for something.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A sending Keycode.B is legal, confusing, and occasionally hilarious. Design on purpose.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predictions in your notebook.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letters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 loop is missing. You press button A firmly for one full second.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how many letters arrive: 1, about 5, or hundreds? What decides it?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line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= Keyboard(usb_hid.devices)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line go before the infinite loop or inside it? What goes wrong in the other spot?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589788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hundreds — the loop's speed decides, not your finger · before the loop; inside, you rebuild the keyboard every pass until it errors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up: one press, many keys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combo button is just a sequence with good timing.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669280" cy="3108960"/>
          </a:xfrm>
          <a:prstGeom prst="roundRect">
            <a:avLst>
              <a:gd name="adj" fmla="val 2353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cp.button_b: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keyboard.press(Keycode.UP_ARROW)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keyboard.release_all()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time.sleep(0.1)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keyboard.press(Keycode.X)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keyboard.release_all()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66560" y="210312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286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sleep to the game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0" y="274320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Jump-then-attack only works if the game sees the jump FIRST. The sleep between presses is the timing — adjust it until the combo lands in your game.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the wait-for-release at the end, or your combo machine-guns.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A sends a single letter — one press, one key, no machine-gunning.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729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buttons send keycodes you chose on purpose, and they control a real game.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in: submit your code.py file from the CIRCUITPY drive.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lose the buttons — you'll steer the mouse pointer by tilting the board.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2026-08-19T15:28:16Z</dcterms:created>
  <dcterms:modified xsi:type="dcterms:W3CDTF">2026-08-19T15:28:16Z</dcterms:modified>
</cp:coreProperties>
</file>