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 from sorting intro: another algorithm implemented from a description — but this one has a trick no previous lab allowed: the function calls ITSELF. Hook: Piet Mondrian spent decades reducing painting to black lines and rectangles of red, blue, and yellow. The class reproduces his life's work with one function. Deck spans two days: Day 1 through the trace slide; Day 2 opens on the prediction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panel at left is drawn in the Mondrian style; the real paintings (Composition A, Tableau I, Composition II) are in the lab with full images — show them there if you want the originals. The key observation to draw from students: describing any of these paintings takes ONE rule used repeatedly, not a list of rectangles. That compression is the whole idea of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diagram is the whole concept: one split, then the same split applied to each piece. Everyday recursion anchors: folders inside folders, a mirror facing a mirror, the fancy word for 'and so on.' The scary part of recursion is believing the self-call will behave — the next slide's stopping condition is what earns that trust.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step 1 twice — it's first in the algorithm and first in the build order. A recursive function without a stopping condition is 'an infinite loop with better manners' (the lab's phrase): calls spawn calls until Python runs out of room. The counterintuitive part: the DRAWING only happens at depth 0. The recursion navigates; the base case paints. Students should implement step 1 alone first and see one full-window rectangle.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doubling ladder is the same 2^n students met in truth tables and binary — point at the reunion. Depth 20 is a million-plus rectangles, which is where the lab's save-your-work warning earns its keep. This exponential growth is exactly what the depth experiments and question 2 (what limits the number?) explore tomorrow.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of Day 1 instruction. The origin-and-remainder arithmetic is where the bugs live: the second rectangle starting at x instead of x+split, or width set to split instead of w−split, gives overlapping pieces and gray gaps. Trace it on the board with different split numbers until the pattern is boring. Day 1 lab: base case first, then the split logic.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2 OPENER. Quick recap of the trace slide, then these three in notebooks before anyone touches Mu. Prediction 2 is the base-case check students can run even with unfinished split logic. Then the day: finish subdivide, verify edge-to-edge coverage and run-to-run variety, run the depth experiments (SAVE FIRST), and answer the lab's three Questions in notebooks.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Deliverables mirror Turn It In: answers to the three Questions in the notebook, plus the .py file. Rubric's 4: fills the window, differs every run, all code inside subdivide, and reasoned answers — including a TESTED depth limit, not a guessed one. Tease: merge sort reuses this exact split-recurse-stop shape on lists.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 · split · split · stop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5544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subdivide(</a:t>
            </a:r>
            <a:pPr algn="ctr" indent="0" marL="0">
              <a:buNone/>
            </a:pPr>
            <a:r>
              <a:rPr lang="en-US" sz="3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subdivide(…)</a:t>
            </a:r>
            <a:pPr algn="ctr" indent="0" marL="0">
              <a:buNone/>
            </a:pPr>
            <a:r>
              <a:rPr lang="en-US" sz="38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Recursion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that calls itself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Computer Science  •  Algorithms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Mondrian's life's work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lines. Rectangles. Red, blue, yellow, white. Decades.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2011680" cy="1828800"/>
          </a:xfrm>
          <a:prstGeom prst="rect">
            <a:avLst/>
          </a:prstGeom>
          <a:solidFill>
            <a:srgbClr val="D53A2F"/>
          </a:solidFill>
          <a:ln w="38100">
            <a:solidFill>
              <a:srgbClr val="11111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34640" y="2011680"/>
            <a:ext cx="1371600" cy="3108960"/>
          </a:xfrm>
          <a:prstGeom prst="rect">
            <a:avLst/>
          </a:prstGeom>
          <a:solidFill>
            <a:srgbClr val="FFFFFF"/>
          </a:solidFill>
          <a:ln w="38100">
            <a:solidFill>
              <a:srgbClr val="11111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06240" y="2011680"/>
            <a:ext cx="1737360" cy="1280160"/>
          </a:xfrm>
          <a:prstGeom prst="rect">
            <a:avLst/>
          </a:prstGeom>
          <a:solidFill>
            <a:srgbClr val="F2C94C"/>
          </a:solidFill>
          <a:ln w="38100">
            <a:solidFill>
              <a:srgbClr val="11111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840480"/>
            <a:ext cx="2011680" cy="1280160"/>
          </a:xfrm>
          <a:prstGeom prst="rect">
            <a:avLst/>
          </a:prstGeom>
          <a:solidFill>
            <a:srgbClr val="FFFFFF"/>
          </a:solidFill>
          <a:ln w="38100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06240" y="3291840"/>
            <a:ext cx="1737360" cy="1828800"/>
          </a:xfrm>
          <a:prstGeom prst="rect">
            <a:avLst/>
          </a:prstGeom>
          <a:solidFill>
            <a:srgbClr val="2D5FA8"/>
          </a:solidFill>
          <a:ln w="38100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5120640"/>
            <a:ext cx="5120640" cy="822960"/>
          </a:xfrm>
          <a:prstGeom prst="rect">
            <a:avLst/>
          </a:prstGeom>
          <a:solidFill>
            <a:srgbClr val="FFFFFF"/>
          </a:solidFill>
          <a:ln w="38100">
            <a:solidFill>
              <a:srgbClr val="11111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0" y="2011680"/>
            <a:ext cx="484632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21945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he's in a CS class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0880" y="2670048"/>
            <a:ext cx="4297680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Mondrian reduced art to its simplest elements: structure, proportion, a few colors.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any of his paintings and one description fits: a rectangle, split into rectangles, split into rectangles.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sentence — apply the rule to the results of the rule — has a name in computer science.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rule, applied to its own results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rectangle. Then split the pieces.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2651760" cy="2011680"/>
          </a:xfrm>
          <a:prstGeom prst="rect">
            <a:avLst/>
          </a:prstGeom>
          <a:solidFill>
            <a:srgbClr val="FFFFFF"/>
          </a:solidFill>
          <a:ln w="31750">
            <a:solidFill>
              <a:srgbClr val="0A1F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56616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297680" y="2194560"/>
            <a:ext cx="1463040" cy="2011680"/>
          </a:xfrm>
          <a:prstGeom prst="rect">
            <a:avLst/>
          </a:prstGeom>
          <a:solidFill>
            <a:srgbClr val="FFFFFF"/>
          </a:solidFill>
          <a:ln w="31750">
            <a:solidFill>
              <a:srgbClr val="0A1F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0" y="2194560"/>
            <a:ext cx="1188720" cy="2011680"/>
          </a:xfrm>
          <a:prstGeom prst="rect">
            <a:avLst/>
          </a:prstGeom>
          <a:solidFill>
            <a:srgbClr val="FFFFFF"/>
          </a:solidFill>
          <a:ln w="31750">
            <a:solidFill>
              <a:srgbClr val="0A1F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8660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7818120" y="2194560"/>
            <a:ext cx="1463040" cy="1005840"/>
          </a:xfrm>
          <a:prstGeom prst="rect">
            <a:avLst/>
          </a:prstGeom>
          <a:solidFill>
            <a:srgbClr val="D53A2F"/>
          </a:solidFill>
          <a:ln w="31750">
            <a:solidFill>
              <a:srgbClr val="0A1F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18120" y="3200400"/>
            <a:ext cx="1463040" cy="1005840"/>
          </a:xfrm>
          <a:prstGeom prst="rect">
            <a:avLst/>
          </a:prstGeom>
          <a:solidFill>
            <a:srgbClr val="FFFFFF"/>
          </a:solidFill>
          <a:ln w="31750">
            <a:solidFill>
              <a:srgbClr val="0A1F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81160" y="2194560"/>
            <a:ext cx="1188720" cy="2011680"/>
          </a:xfrm>
          <a:prstGeom prst="rect">
            <a:avLst/>
          </a:prstGeom>
          <a:solidFill>
            <a:srgbClr val="F2C94C"/>
          </a:solidFill>
          <a:ln w="31750">
            <a:solidFill>
              <a:srgbClr val="0A1F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7548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rule runs on every piece the rule produces. In code, that means a function that calls itself — recursion.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22960" y="5669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vocabulary: recursion — solving a problem by applying the same process to smaller pieces of itself.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subdivide algorithm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steps. The first one is the reason it ever stops.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3DDC8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54480" y="1856232"/>
            <a:ext cx="4206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Stopping condition first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943600" y="1856232"/>
            <a:ext cx="6309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0? store ONE colored rectangle. Stop.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2715768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3DDC8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715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54480" y="2697480"/>
            <a:ext cx="4206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split direction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5943600" y="2697480"/>
            <a:ext cx="6309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than tall: vertical. Otherwise horizontal.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3557016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3DDC84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5570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54480" y="3538728"/>
            <a:ext cx="4206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split point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5943600" y="3538728"/>
            <a:ext cx="6309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random, 30%–70% of the dimension being split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1520" y="4398264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3DDC84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3982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54480" y="4379976"/>
            <a:ext cx="4206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two smaller rectangles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943600" y="4379976"/>
            <a:ext cx="6309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left/right or top/bottom — origins and sizes from the split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31520" y="5239512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3DDC84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2395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54480" y="5221224"/>
            <a:ext cx="4206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Recurse on both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5943600" y="5221224"/>
            <a:ext cx="6309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subdivide on each piece, with depth − 1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depth 5 = 32 rectangles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level doubles.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→ 2 → 4 → 8 → 16 → 32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36576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levels of splitting turn one rectangle into thirty-two.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depth numbers do big work — that's recursion's power, and its danger.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493776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depth 20 make? (Save your work before finding out. Mu will crash. This is real.)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 one call, two levels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subdivide(0, 0, 800, 600, 1)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943600" cy="3840480"/>
          </a:xfrm>
          <a:prstGeom prst="roundRect">
            <a:avLst>
              <a:gd name="adj" fmla="val 1905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84832"/>
            <a:ext cx="5394960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subdivide(0, 0, 800, 600, 1)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depth 1: not 0 — split.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800 &gt; 600: vertical.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split point: say, 350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subdivide(0,   0, 350, 600, 0)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depth 0: store rect. stop.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subdivide(350, 0, 450, 600, 0)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depth 0: store rect. stop.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040880" y="1920240"/>
            <a:ext cx="457200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0" y="2103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numbers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0" y="2578608"/>
            <a:ext cx="402336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piece starts at x = 350 — the split point — and its width is what REMAINS: 800 − 350 = 450.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these four numbers right for both pieces is the entire implementation. Everything else is bookkeeping.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drew something in this trace? Only the depth-0 calls.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predict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run anything today.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035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predictions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670048"/>
            <a:ext cx="475488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depth 3: how many rectangles?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depth 0 (the last line calls subdivide with 0): what exactly appears?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Your window fills — but every screen in the room differs. Why?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2011680"/>
            <a:ext cx="53035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2194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verify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670048"/>
            <a:ext cx="475488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each one. A prediction that survives contact with the program is understanding; one that doesn't is a gift — chase the difference.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Answers: depth 3 → 8 rectangles · depth 0 → one full-window colored rectangle · random splits and colors differ per run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058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mission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1488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21214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subdivide — all your code inside it; the window fills edge-to-edge, differently every run.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0632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30358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with the depth argument — after saving. Mu crashing is part of the data.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9776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39502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in: answers to the three Questions in your notebook, and your .py file.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0" y="62636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this exact trick — split, recurse, stop at one — sorts a list. Merge sort.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2026-08-19T15:52:16Z</dcterms:created>
  <dcterms:modified xsi:type="dcterms:W3CDTF">2026-08-19T15:52:16Z</dcterms:modified>
</cp:coreProperties>
</file>