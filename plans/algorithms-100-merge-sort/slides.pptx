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recursion: the Mondrian trick — split, recurse, stop at one — pointed at lists instead of rectangles. Hook: your card algorithm worked one card at a time; merge sort refuses to sort anything at all. It splits the list in half, hands each half to another copy of itself, and lets a one-item list count as sorted. Sounds like dodging the work; it's one of the fastest sorts ever devised. Deck spans two days: Day 1 through the merge algorithm; Day 2 opens on the dark callback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lab's diagram shows the full split-down/merge-up tree — have it up alongside. The philosophical oddity is the hook: no step examines a whole list and rearranges it. All actual ordering happens inside MERGE, two already-sorted lists at a time. The one-item free win is the recursion's base case, same role as depth 0 last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with two pre-sorted stacks of index cards: only the two visible front cards ever matter. Narrate take-the-smaller-front until it's boring — boring means learned. Note the duplicate 5s in the example: both survive, order preserved, and the same duplicate pair reappears in the suggested tests for a reason (pointer bugs eat duplicates).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Day 1 instruction; the lab's Part 2 has these as numbered steps. Bug forecast: advancing both pointers after one comparison (items vanish), forgetting the drain steps (tails vanish — odd-length tests catch it), and returning nothing. Day 1 lab: implement merge, test with the slide's lists plus uneven lengths and an empty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The recap that makes today feel earned rather than new: subdivide split space and let depth-0 do the painting; merge_sort splits lists and lets merge do the comparing. Students who trace where the actual work happens in both cases have understood recursion better than most first-year CS students. Then: Part 1's seven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skeleton mirrors the lab's Part 1 exactly — the comments are the seven steps, and students fill in real code. Emphasize the return discipline: steps 1 and 7 both RETURN; merge_sort hands back a NEW list. The lab's warning names the missing-return as the signature bug: a program that runs fine and sorts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tie question has a definite answer under the lab's rule (Part 2, steps 3.2-3.3): take left only if left[i] is SMALLER; otherwise take right[j] — so on equal 5s, right's goes first. The point to land: the RULE decides, not vibes — students check their own written rule against this case. The predictions rehearse the base case before implementation. Then release to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.py file with merge and merge_sort. Rubric's 4: both correct and RETURNING results, with the tests visible in the file — odd-length, empty, single-item. Tease: the traveling salesman closes the unit — the problem that outlasts the universe, and the heuristics the real world runs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 27 43 3] → [3 27 38 43]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 that refuses to sort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Divide. Conquer. Combine.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3017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unsorted list into halves, and the halves into halves, until every piece holds ONE item.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70048"/>
            <a:ext cx="3017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single-item list is already sorted. Nothing to compare. This free win is the whole foundation.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670048"/>
            <a:ext cx="3017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sorted pieces into bigger sorted pieces until one list remains — and it's the answer.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what's missing: nowhere in the three moves does anything get 'sorted' in the usual sense.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merge: two checkout lines, one door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lists arrive sorted. That changes everything.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46304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 5, 9]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5, 6]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4805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94960" y="2560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5, 5, 6, 9]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97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never searches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773168"/>
            <a:ext cx="9966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unclaimed item is always sitting at the FRONT of one list or the other — because both lists are sorted. Compare the two front items, take the smaller, repeat. Two checkout lines feeding one door.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Merge, precisely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pointers, one rule, and the leftovers.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positions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993392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for left, j for right, both starting at 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90779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both have items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907792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left[i] and right[j]; append the smaller; advance ITS pointer only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82219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the leftovers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822192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list will run out first — append everything remaining in the other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73659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4736592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NEW list; the inputs are never rearranged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for the week: write merge FIRST, test it alone, then build merge_sort on top.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seen this before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Split. Recurse. Stop at one.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→ 4 → 2 → 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747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lab: rectangles split until depth 0, and only the base case painted.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lab: lists split until length 1, and only the merge compares.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new payload. That's what makes recursion a TOOL and not a trick.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merge_sort, seven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does all the thinking.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126480" cy="3931920"/>
          </a:xfrm>
          <a:prstGeom prst="roundRect">
            <a:avLst>
              <a:gd name="adj" fmla="val 186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84832"/>
            <a:ext cx="557784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merge_sort(input_list):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one item or fewer?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  already sorted - return it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find the middle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split: left half, right half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4. sort left  (merge_sort!)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5. sort right (merge_sort!)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6. merge the two halves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7. return the merged 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23760" y="1920240"/>
            <a:ext cx="4389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and 5 are the recursion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2578608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you are writing calls itself — just like subdivide did.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3977640"/>
            <a:ext cx="4389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is why it ends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4636008"/>
            <a:ext cx="38404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split eventually produces one-item lists, and those return immediately. No base case, no bottom — same crash as a depth that never reaches 0.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merge by hand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you own the rule before the code does.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6751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 [2, 5, 9]  and  [1, 5, 6]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612648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result item by item, recording WHICH list each item came from and which pointer advanced.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5s. Does your rule keep both? Which one lands first?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predict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670048"/>
            <a:ext cx="3474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merge_sort([5]) — what returns, and which of the seven steps run?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merge_sort([]) — same questions.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1 2 5 5 6 9 — on the tie, RIGHT's 5 lands first ('smaller' is strict, so the otherwise-branch takes right) · [5] and [] both return at step 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merge first — two sorted lists in, one sorted list out — and test it alone.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merge_sort: split, call yourself on both halves, merge, and RETURN at every exit.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your .py with both functions, tested on odd-length lists, an empty list, and a single item.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problem where every algorithm in this unit gives up — and what engineers do instead.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2026-08-19T15:52:16Z</dcterms:created>
  <dcterms:modified xsi:type="dcterms:W3CDTF">2026-08-19T15:52:16Z</dcterms:modified>
</cp:coreProperties>
</file>