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read the mono line at the top like a court clerk. In 1903 Andrew Jackson, Jr. (no relation to the president; not on the slide on purpose, since it's the first question a student will ask) patented eyeglasses for chickens so they wouldn't get pecked blind. It expired in 1920 and has belonged to everyone since. Payoff: over the next five days each student builds an invention like it in Fusion and presents it. This is the first project without a recipe: the tutorials taught the tools, this is the first time they use them on their own. Bridge from the tutorials: 'You know sketch, extrude, revolve, shell, pattern, fillet, and the timeline. Today we add one thing to that list: a specification to build from.'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before explaining: 'Why would an inventor publish exactly how the thing works? Isn't that giving it away?' Let two or three answers land, then the frame: it's a trade. The government wants inventions published so others can build on them; the inventor wants a head start. Both get what they want, and the deal has an expiration date. 'Public domain' is the vocabulary word: the invention belongs to everyone. Every patent on the menu is there, which is why you can build any of them without asking anyone's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rubric. 'Implements' has a definition in the lab and it's this one: every claim 1 element present, drawings for proportions. The 2 on the rubric is a model that resembles the invention but skipped an element, and the way that happens is opening Fusion before reading the claim. Analogy that lands: claim 1 is the bill of materials the customer signed; the drawings are the reference photos. You get graded on the BOM. Limit of the analogy: real claims are written to be broad, not to be helpful, which is why we pull the nouns out in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'Why would anyone stop paying to keep a patent alive?' Answer: nobody was buying the greenhouse helmet, and the fee forces the owner to decide whether the patent is worth more than the fee. That's an engineering-business decision students will meet again. Google Patents shows the status on every page: 'Expired - Lifetime' means full term, 'Expired - Fee Related' means lapsed. The dates are in the sidebar. Each student records filing, grant, and expiration with the reason; it's on the rubric because it's the history part of the presentation and it takes thirty seconds to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individually, then call out nouns and write them on the board as the class's first element list. Model the reading: skip 'said' and 'wherein', keep the nouns. First-element question has a defensible answer (a cover member; everything else attaches to it) and a wrong one (the pads). That's the modeling plan in miniature: main body first. Then release to steps 1 through 5 in the lab. Fusion stays closed today until the plan is written; the lab says so and so should you.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items; they are Turn It In verbatim. Point at the pacing table in the lab: day 1 plan, day 2 main body, day 3 every element, day 4 finish and prepare, day 5 present. The timeline reveal on day 5 is the part students underestimate: the class watches the model build itself while they narrate. A timeline full of 'Extrude12' is a mystery; renaming as they go turns it into a story. Release to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730,918  ·  FILED DEC 10, 1902  ·  GRANTED JUN 16, 1903  ·  EXPIRED JUN 16, 1920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0" y="1463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EYE-PROTECTOR FOR CHICKENS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Expired Patent Project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patented glasses for a chicken. It's yours now.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Engineering  •  Autodesk Fusion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patent is a trade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exactly how it works. In exchange, nobody else may build it — for a while.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inventor gives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public description: drawings, a written explanation, and claims precise enough that anyone skilled in the field could build it. No secrets allowed. That description is what you'll model from.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inventor gets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exclusive right to make and sell it, for up to 20 years from filing. Then the deal ends and the invention enters the public domain: anyone may build it, sell it, or improve it. Including you, this week.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publication is the price of the monopoly. No description, no patent — only a secret.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parts you'll 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 show it. The description explains it. Claim 1 is the parts list.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figures, several views, every part labeled with a number. No dimensions at all; proportions are on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¶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drawings in plain-ish language. This is where you find out what part 14 actually does.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240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1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legal sentence naming every essential element. If claim 1 names a hinge and your model has no hinge, you built a box.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implements the patent when every element in claim 1 is there, in the proportions the drawings show.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a patent dies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count as expired. Only one of them is a business decision.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21408"/>
            <a:ext cx="521208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1969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7845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40557"/>
            <a:ext cx="502920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fork, 1952 + 17 years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21408"/>
            <a:ext cx="521208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17845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unpaid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540557"/>
            <a:ext cx="5029200" cy="43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Cereal bowl, granted 1991, lapsed 4 years in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patents ran 17 years from the grant; anything filed after 1995 runs 20 years from filing. Reach the end and it's over.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2062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patent alive costs maintenance fees at 3.5, 7.5, and 11.5 years. Stop paying and it lapses early. Three of the six on your menu ended this way.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presentation names the date and the reason. "Expired" alone is a 3.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read one claim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nouns out. The nouns are your parts.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6,612,440 — claim 1 (trimmed)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banana protective device comprising: a container having a first cover member and a second cover member being hingedly attached … each cover member having a lateral U-shaped cross-section … a cushioning pad secured to an inner surface of each cover member … fastening means for securing said first cover member to said second cover member … said cover members having a plurality of perforations 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192024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list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060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nouns in your notebook. How many parts does this invention have? Which one would you model first, and why?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do it for your patent.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two cover members (U-shaped) · a hinge · two pads · a fastener · perforations. Six-ish, depending on how you count the pads.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days. Turn It In is the same list you'll be graded 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928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design saved as Patent &lt;number&gt; - &lt;short name&gt; in the Fusion Labs project. Saving is submitting.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90088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entry: patent number and link, inventor, filing, grant, and expiration dates with how it expired, your claim 1 element list, your modeling plan (written before you started, warts and all), and a screenshot of the finished model. Add the render or drawing sheet if you did the challenges.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6360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three-minute presentation, given in class on day five: the invention, the history, the live timeline reveal, and the tools.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pick, record the dates, list the elements, write the plan. Fusion opens tomorrow.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2026-09-09T18:27:15Z</dcterms:created>
  <dcterms:modified xsi:type="dcterms:W3CDTF">2026-09-09T18:27:15Z</dcterms:modified>
</cp:coreProperties>
</file>