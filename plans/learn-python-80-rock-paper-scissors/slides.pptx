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capstone. The honest pitch: nothing on today's slides is new — input, functions, conditionals, loops, lists, random, strings, all taught. The job is composition. Day 1: the three functions and a correct single round, verified against the 3x3 outcome table. Day 2: the improvements — repeat play with quit, forgiving input. Deck pauses after the game-loop slide's preview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confidence slide — walk the grid and let students call out which lab each tool came from. The one dark card (string methods) is the only near-new material, and it waits for Day 2. Message: a capstone isn't harder because it's newer; it's harder because it's ALL of it at once. Then the deal for the two days: correct first (Day 1), pleasant second (Day 2). The lab's warning box enforces that order and so should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contract discipline as the guessing game — and by now the cards should read as familiar shapes: a random source (slot machine DNA), a validating getter (guessing game DNA), a judge (grade calculator DNA). determine_winner prints rather than returns in this lab's spec — worth noting aloud since it differs from check_guess; specs vary, and reading the spec beats assuming it. The do-now already forced precise rule statements; now they're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engineering habit of the unit, landed on a game: enumerate the cases, then verify every one. Three highlighted rows are the player's wins — ask: what Boolean expression catches 'rock beats scissors'? (player == 'rock' and computer == 'scissors' — compound conditions with and, one per win case, or'd together... or three separate elifs; both work.) Common bug to forecast: covering the player's three wins and forgetting the computer's three — the table catches it, hope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1: preview this slide in one sentence ('tomorrow the game learns to keep playing') and stop the deck here — Day 1 lab is the correct single round. The full treatment opens Day 2's instruction after the forgiving-input slide... order note: show THIS slide first on Day 2, then forgiving input. The design point: quit is handled by main, not by determine_winner — a break can only live in the loop it exits, and functions can't break a loop they're not in; get_player_choice returns the word, main acts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 (after the do-now: 'list everything annoying about playing yesterday's game'). Their own annoyance list is today's spec — that's what refinement means. Two mechanics: lower() returns a new string (choice.lower() alone on a line does nothing — the day's stealthiest bug), and startswith runs AFTER lowering or 'R' slips through. The contract holds: the function returns only full lowercase words. Improvement order for lab: loop, then capitalization, then letters — test between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Commitment round before Day 2's lab (or fold into Day 1 if the build runs fast — it rehearses the win logic too). Prediction 2 rehearses writing a win case as a compound Boolean. Prediction 3 shows why startswith solves both input forms in one test. A sharp student may ask: doesn't 's' also start 'scissors' backwards — what about garbage like 'srock'? Fair — startswith('s') accepts it; the validation loop still only lets it through as scissors. Perfection optional, spec is spec. Then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the .py file. Rubric's 4: all nine combos correct, repeat-until-quit, and forgiving input — with the checked-off outcome table in the notebook as evidence. This closes the Learn Python unit; the generic tease is deliberate. Every tool from these eight labs rides along into what's next — bigger structures, bigger programs, same foundations.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rock · paper · scissors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 Paper Scissors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capstone. No new tools.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Learn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toolbox, fully loaded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labs of tools. Today uses every one of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input() + casting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 + return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Calculator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elif / else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Spiral, Grades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21031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22860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+ break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Game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Machine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8404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random.choice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Machine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8404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loops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Game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0" y="38404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4023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methods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2688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new-ish: lower, startswith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name where each tool came from, you're ready. If not, the old labs are still posted.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contracts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Choose, validate, judge. Each function owns one job.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get_computer_choice()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rock, paper, or scissors at random. One line of thought: choice from a list.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get_player_choice()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until a legal choice arrives, then returns it. The bouncer at the door.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determine_winner(player, computer)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58200" y="32461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two and prints You win!, I win!, or Tie! — the referee.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rules: rock beats scissors, scissors beat paper, paper beats rock. Matching choices tie.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ways a round can go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table is the spec. Cover it and you're correct.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20240"/>
          <a:ext cx="5029200" cy="9144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paper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win!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scissors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 win!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paper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 win!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paper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paper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paper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scissors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win!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scissors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rock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 win!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scissors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paper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 win!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6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scissors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scissors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0116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choices for the player, three for the computer: 3 × 3 = 9 combinations, no more, no less.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34747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657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table?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worked when I tried it" means you tried one row. Copy the table into your notebook and check off each row as your game gets it right — nine checks, and you KNOW.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forever — until the player says quit.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4231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 = get_player_choice()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player == "quit":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...play the round...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21031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212848"/>
            <a:ext cx="411480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0" y="300471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infinite loop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393192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041648"/>
            <a:ext cx="411480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40880" y="483351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— one word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isn't a move — it's a fourth legal input that never reaches the referee.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Forgiving input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ROCK, Rock, r — the player is right in every costume.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= choice.lower()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don't change in place — lower() hands back a NEW string. Catch it or lose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choice.startswith("r")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for "r" and for "rock" — one test, both spellings. Return the full word either 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201168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gate, clean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274320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cleanup happens inside get_player_choice — lower first, then match. It still returns only the full lowercase word, so determine_winner never meets a capital letter or a lone 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at the door, not in every room of the house.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in your notebook. The table is watching.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"RoCk".lower()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comes back?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player: paper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computer: rock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wins, and which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catches it?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"scissors".startswith("s")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"s".startswith("s")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or False, each?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"rock"  ·  player wins — player == "paper" and computer == "rock"  ·  True and True — which is the whole point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game: three functions and a main program — all nine combinations correct against the table.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Improvements: play repeats until quit; any capitalization or single letters accepted, full words returned.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 your .py file — one game, everything in it.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unit: data that refuses to stay in one line. Bring everything.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2026-08-19T16:13:51Z</dcterms:created>
  <dcterms:modified xsi:type="dcterms:W3CDTF">2026-08-19T16:13:51Z</dcterms:modified>
</cp:coreProperties>
</file>