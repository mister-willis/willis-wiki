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so far, everything the alien touched let it pass through. Today: a tank that turns to face where it drives, and a wall it cannot drive through. Physics teachers call the wall an immovable object; we call it ten copies of a 50-pixel image. Three ideas: the angle attribute, if vs elif, and the save-move-restore collision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compass students memorize today and reuse in labs 80-110: 0 right, 90 up, 180 left, 270 down, counterclockwise. Step 5 of the lab has them try weird values — encourage 450 and -90 rather than telling. In lab, each keyboard direction sets the matching angle so the tank faces its motion; they derive three of the four themselves (the hint box has the compass if they blank).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30 practice slide planted this: separate ifs all get their turn, so two keys means diagonal motion. elif means 'only if nothing above me won.' Design point worth saying plainly: you CHOOSE the structure to match the behavior you want — a tank shouldn't strafe diagonally, so elif. Conversion detail that bites: the first if STAYS an if; only the following three become elif.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tile idea, sized for a beat: games build worlds from small repeated images because artists draw one brick, not ten thousand. Ask the do-now callback — what else is built this way? Then the pivot: 'You already know the tool that repeats' — the for loop from last lab, which is the next slide. A wall is a list of Actors, same as the hearts were.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the same shape as lab 60: empty list, loop, append, draw-loop. The new ingredient is computing position FROM the loop counter — i*50 is the arithmetic that turns 'repeat 10 times' into 'a row.' Quick check for understanding: where does tile i=9 land? (450.) What if the multiply were i+50? (Ten tiles piled at nearly one spot.)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secret: the tank DOES enter the wall — for one frame — and gets un-moved before draw() ever shows it. Games are full of respectable lies like this. Order is everything: save BEFORE the keyboard code, restore AFTER. Students who save after moving restore the collided position and weld the tank into the wall. collidelist vs colliderect: one Actor against a whole list, -1 means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in notebooks, then neighbor check. Question 2 catches the i-starts-at-zero misconception (last tile is 450, not 500). Question 3 locks in the -1 convention before it appears in an if statement.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tanks.py. Rubric's 4: all four facings correct, elif killing the diagonals, a loop-built wall, and the save-move-restore pattern stopping the tank. Look-for at rotation: the position saved at the TOP of update(), before any movement. Tease: lab 80 spawns enemies — and the difference between dumb and smart is about eight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tank.angle = 90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Rotation, Tiles, Walls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tank that faces its future, and a wall with opinions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Actor has an angle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Degrees, counterclockwise, starting at “east.”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→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↑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180°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←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270°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tank.angle = 45 tilts it halfway. Past 360 or below 0? The circle just keeps going — 450 looks exactly like 90.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Counterclockwise surprises people. Blame the mathematicians; they had the idea first.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versus elif: who gets to win?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ifs all run. An elif chain picks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ifs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keyboard.left:  …
if keyboard.right: …
if keyboard.up:    …
if keyboard.down:  …
</a:t>
            </a:r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two keys → both run → diagonal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chain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keyboard.left:    …
elif keyboard.right: …
elif keyboard.up:    …
elif keyboard.down:  …
</a:t>
            </a:r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true wins → the rest never asked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“right.” Diagonals might be exactly what your game wants. This one doesn't want them.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build a wall?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× 50px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image, ten copies, one wall across the screen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 blocks · Mario bricks · every dungeon you've ever raided:  </a:t>
            </a:r>
            <a:pPr algn="ctr" indent="0" marL="0">
              <a:buNone/>
            </a:pPr>
            <a:r>
              <a:rPr lang="en-US" sz="16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things are small things, repeated. You already know the tool that repeats.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wall is a loop with a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the hearts — new costume.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3172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walls = []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range(10):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Actor("wall")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w.x = i * 50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w.y = 100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walls.append(w)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× 50 spaces the tiles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6148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0 lands at x = 0, loop 1 at 50, loop 9 at 450 — ten tiles, each 50 wide, shoulder to shoulder.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397764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2376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draw them all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463600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 in walls: w.draw() in the draw() function — the same crowd-handling as the hearts, one lab later.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range(10) and the wall grows or shrinks. That's the whole point of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solid: the un-move trick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Move. Check. Put it back.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476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original_x = tank.x  ·  original_y = tank.y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89520" y="19476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update() — remember where it was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0779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 moves the tank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0" y="2907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elif chain as always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8679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tank.collidelist(walls) != -1: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0" y="38679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ANY tile? collidelist checks the whole 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74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82803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tank.x = original_x  ·  tank.y = original_y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4828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collision? the move never happened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collidelist() returns -1 for “touching nothing” — or the index of the first tile it hits.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predictions.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450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tank's angle is set to 450. Which way does it face?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ten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in range(10): w.x = i * 50 — what x does the LAST tile get?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5820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58200" y="2880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tank.collidelist(walls) comes back -1. Touching anything?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up — 450 wraps to 90 · 450 · no — -1 means touching nothing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tank drives with the arrow keys and always faces the direction it's moving.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keys at once move it one way only — no diagonals. That's the elif chain's job.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ten-tile wall crosses the screen, and the tank stops when it hits it. Submit tanks.py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red tanks. Some patrol. Some hunt. You write both brains.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