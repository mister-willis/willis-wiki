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unit finale: a design challenge with no steps. Students design a battle top in Codeblocks, print it, and fight it. The rubric grades the design work, not the tournament result — say that early, it licenses risk-taking. Structure of the period: short physics talk, research plus notebook sketch (the ticket into Tinkercad), build, export. One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Recap: bubble wand (variables, loops), fingerboard (reading builds, copy, fits) — the toolbox is full; today tests whether they can open it without a recipe. The sketch gate matters: engineers don't improvise in the expensive tool. Approve sketches at the desk — 15 seconds each, and it catches the size-limit violations before they're 20 minutes deep.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Socratic — they can reason out most of it. Ask: where do you stand on a merry-go-round to make it hard to stop? (Outside edge — that's a flywheel.) Tall skinny or short wide to survive a shove? (Short wide.) Why does a sharp pencil spin worse than a top? (Friction and balance at the contact point.) Physics is on the team of whoever thinks about it first — the lab's own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Constraints slide — short and non-negotiable, straight from the lab's warning box. The trap: building AT the limit, then adding a feature that pokes past it. Teach 'measure early, measure grouped.' If your printer or slicer adds constraints beyond these, announce them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Research is clocked — eight minutes with the sketch as the exit ticket keeps browsing from becoming the period. The sketch requirements are deliberately light: side view, dimensions, one labeled feature. That labeled arrow IS the rubric's 4-row ('a feature you chose on purpose that you can explain'). Approve fast and generously; the gate is for commitment, not perfection.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Notebooks, then thirty seconds of neighbor argument before the reveal — the arguing is the point. Both answers restate the physics slide as decisions, which is the move the whole period asks for: turn a principle into a feature. Then release: research, sketch, build. 'Understand your mission for today?'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Suggestions, not steps — this is the last slide before they're on their own. The loop-for-spikes row rewards your strongest students: anything decorating the rim must be evenly spaced or the top wobbles, and a loop guarantees even spacing for free. Balance is the hidden reason symmetric designs win. Uneven = wobble = early death, which is also why 'stack random shapes' loses to 'plan.'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Deliverable matches Turn It In exactly: the top's .STL submitted for printing. Rubric's 4: fits the limits, and has a battle feature the student chose on purpose and can explain — that's the cold-close question, verbatim. This closes the Codeblocks unit; the battle happens once prints are done. Tease the next unit generically — new hardware, same habit: build, test, tune.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4572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mm across · 50 mm tall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0" y="1554480"/>
            <a:ext cx="121916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ctr" indent="0" marL="0">
              <a:buNone/>
            </a:pPr>
            <a:r>
              <a:rPr lang="en-US" sz="38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</a:t>
            </a:r>
            <a:pPr algn="ctr" indent="0" marL="0">
              <a:buNone/>
            </a:pPr>
            <a:r>
              <a:rPr lang="en-US" sz="3800" b="1" dirty="0">
                <a:solidFill>
                  <a:srgbClr val="1B3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→ </a:t>
            </a:r>
            <a:pPr algn="ctr" indent="0" marL="0">
              <a:buNone/>
            </a:pPr>
            <a:r>
              <a:rPr lang="en-US" sz="3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battle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0" y="2286000"/>
            <a:ext cx="1219169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Spinning Top Battle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0" y="338328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DC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design. Your rules. Last one spinning wins.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5852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6  •  Tinkercad Codeblocks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instructions this time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not a gap in the lab. That IS the lab.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unit gave you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Shapes and holes. Variables and math blocks. Loops for anything repeated. Copy for anything reused. Group, color, export. Three builds' worth of tools.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today asks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any of it, in any combination, to design a top that spins long and hits hard. Research is encouraged. Copying a classmate isn't — a battle of identical tops is a coin flip.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5321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first: a labeled sketch with dimensions in your notebook is your ticket into Tinkercad.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makes a top good at this?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jobs: spin a long time, and survive contact.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out wide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heavy rim (a flywheel) keeps spinning long after a skinny top wobbles out. Think merry-go-round, not pencil.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43484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0916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low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09160" y="265176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 center of weight is hard to tip. Tall tops look cool and fall over cool, too.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0" y="2011680"/>
            <a:ext cx="3474720" cy="310896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19456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 the edge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03920" y="265176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rim is what meets the other top. Smooth ring? Bumpy attack edges? That's a design choice with consequences.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more part matters: the tip. A small, rounded point spins. A flat bottom sits.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hard limits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219456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40 mm</a:t>
            </a:r>
            <a:pPr algn="ctr" indent="0" marL="0">
              <a:buNone/>
            </a:pPr>
            <a:r>
              <a:rPr lang="en-US" sz="48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across   ·   </a:t>
            </a:r>
            <a:pPr algn="ctr" indent="0" marL="0">
              <a:buNone/>
            </a:pPr>
            <a:r>
              <a:rPr lang="en-US" sz="4800" b="1" dirty="0">
                <a:solidFill>
                  <a:srgbClr val="F4B7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mm</a:t>
            </a:r>
            <a:pPr algn="ctr" indent="0" marL="0">
              <a:buNone/>
            </a:pPr>
            <a:r>
              <a:rPr lang="en-US" sz="4800" b="1" dirty="0">
                <a:solidFill>
                  <a:srgbClr val="C7D2D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tall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D2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20 mm of radius. Measure the finished, grouped model — not just the first shape.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top too big for the printer battles no one.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Research, then commit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designers steal ideas. Great ones write down why.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(8 minutes)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“3D printed spinning top.” Look for: where designers put the weight, how wide the flywheel is, what the tip looks like. Collect ideas, not files.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38328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3DDC8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(your ticket in)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your notebook: your top from the side, labeled with dimensions in millimeters, and one arrow pointing at your battle feature with a note on what it does.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6235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approved at the desk = blocks unlocked.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 — predict the winner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size, same weight. Different design.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1: where's the weight?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1440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A carries its weight in a thick rim at the outside.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B carries the same weight packed around its center.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one spins longer? Why?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0" y="2011680"/>
            <a:ext cx="539496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C7D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19456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2: the collision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675120" y="265176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 is tall and narrow. Top D is short and wide.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collide at full spin.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Who's still standing? What decided it?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5897880"/>
            <a:ext cx="11521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A6B7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Answers: A — weight at the rim resists slowing (flywheel) · D — low and wide is hard to tip; tall means tippy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moves in Codeblocks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A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toolbox, aimed at this problem.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13324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87452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Torus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206240" y="187452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instant flywheel rim — wide, heavy, already round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40080" y="2679192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13324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79192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Cone or Paraboloid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06240" y="2679192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tip — small contact, rounded point, upside-down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483864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13324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83864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206240" y="3483864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RimWidth, TipHeight... tune the design without rebuilding it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40080" y="4288536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13324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288536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Loop + Rotate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206240" y="4288536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spikes, fins, or ridges around the rim, evenly spaced for balance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40080" y="5093208"/>
            <a:ext cx="3291840" cy="658368"/>
          </a:xfrm>
          <a:prstGeom prst="roundRect">
            <a:avLst>
              <a:gd name="adj" fmla="val 11111"/>
            </a:avLst>
          </a:prstGeom>
          <a:solidFill>
            <a:srgbClr val="1332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93208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DDC8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 Selection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5093208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solid top at the end — the printer wants one piece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mission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463040" y="198424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your top in Tinkercad Codeblocks — sketch first, blocks second.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288036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880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63040" y="285292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inside the limits: no more than 40 mm across, 50 mm tall.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3749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463040" y="372160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it at least one battle feature you chose on purpose — and can explain.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4617720"/>
            <a:ext cx="502920" cy="502920"/>
          </a:xfrm>
          <a:prstGeom prst="roundRect">
            <a:avLst>
              <a:gd name="adj" fmla="val 10909"/>
            </a:avLst>
          </a:prstGeom>
          <a:solidFill>
            <a:srgbClr val="3DDC84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4617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463040" y="4590288"/>
            <a:ext cx="9966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it in: your spinning top's .STL file, submitted for printing.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0" y="626364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B7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printer: the arena. After the arena: a new unit, new hardware.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2026-08-19T15:28:16Z</dcterms:created>
  <dcterms:modified xsi:type="dcterms:W3CDTF">2026-08-19T15:28:16Z</dcterms:modified>
</cp:coreProperties>
</file>