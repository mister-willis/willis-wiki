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lab of the Circuit Playground Express unit. Hook: casinos rig roulette with a green space so you lose a little more than half the time — we're building the fun part (the spinning wheel) with none of the losing-money part. Two days. Day 1: the board, the setup-then-loop structure, a ball that spins and slows. Day 2: the stop trick, tuning, challenges. Deck spans both days; stop after the prediction slide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a board up while talking — it's the size of a cookie and it IS a computer. Demo live: plug in, show the drive appearing, open code.py. The pixels are numbered 0 to 9 starting near the USB connector and going around. The cable line is hard-won wisdom: a third of 'my board is broken' reports are charge-only cables. Test cables, not 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variable i is the whole machine: it remembers where the ball is. Walk the loop card twice out loud, once with i = 3 (easy) and once with i = 9 (the wrap case). Ask: what happens if we skip the 'turn off' line? (A trail of lit pixels — actually a nice-looking bug; someone will find it in lab and you can name it a comet.) The clock analogy is the one that sticks.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structural idea of the entire unit: setup once, loop forever. Every lab from here on says 'do this before the infinite loop' or 'inside the loop' — students who internalize this slide debug themselves. The amber line is the lab's own warning box: indentation is meaning in Python, not decoration. Most common Day 1 failure: loop code typed unindented below the loop, board does nothing, student blames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variable changing itself — delay = delay + 0.1 — deserves a beat; read it as 'new delay is old delay plus a little more.' The print is not decoration: it's their first debugging instrument, and Day 2's tuning slide depends on reading it. End of Day 1 lab: everyone's ball spins and slows... and never stops. That's the cliffhanger — collect stop-the-ball hypotheses at the wrap and confirm NOTHING until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Notebooks, two minutes, neighbor-check, reveal. The wrap question rehearses the exact crash they'd otherwise meet in lab (index 10 out of range) — meeting it on paper first turns a frustration into an 'I knew that.' Then release to lab, steps 1–13. 'Understand your mission for today?' DAY 1 ENDS here: spin plus slowdown working, stop unsolved, hypotheses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Start from their written hypotheses — name a couple of good ones aloud before revealing. The distinction to land: stopping the program vs. stopping the motion. The program must survive because the button challenge respins it — a dead program can't hear a button. Tuning is real engineering: one variable at a time, observe, decide. Challenges in order: red/green wheel (their first modulo), random stop, button respin.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matches Turn It In exactly: code.py, submitted from the CIRCUITPY drive that appears when the board is connected. Rubric's 4: spins, slows, settles, tuned values, at least one working challenge. Tease the tune lab: same board, new organ — the piezo buzzer — and their own choice of song.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pixels · 1 ball · 0 luck required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Roulette Wheel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program on real hardware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6  •  Circuit Playground Express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Circuit Playground Express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computer that runs one file: code.py.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21408"/>
            <a:ext cx="34747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49701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NeoPixels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ring of lights, numbered 0–9 — today's wheel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121408"/>
            <a:ext cx="34747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A·B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34840" y="3549701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push buttons — they star in the challenges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21408"/>
            <a:ext cx="34747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3549701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CIRCUITPY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code.py to the drive — saving IS the run button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CIRCUITPY drive? Suspect the cable — charge-only cables look identical and do nothing.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illusion of motion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moves. Ten lights take turns.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is still pictures shown fast. Your "ball" is the same trick: turn OFF the pixel at i, add one to i, turn ON the new pixel. Done fast enough, your eyes write the story of one light traveling.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6035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wrap-around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pixel is 9. If i climbs past it, put it back to 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&gt; 9:  i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reason a clock goes from 12 back to 1.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2011680"/>
            <a:ext cx="4572000" cy="3749040"/>
          </a:xfrm>
          <a:prstGeom prst="roundRect">
            <a:avLst>
              <a:gd name="adj" fmla="val 1951"/>
            </a:avLst>
          </a:prstGeom>
          <a:solidFill>
            <a:srgbClr val="13324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 through the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274320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pixel[i] = BLACK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 + 1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if past 9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pixel[i] = WHITE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sleep(0.1)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program this unit, forever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737360" y="2286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73736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— imports, colors, variables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286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forever — the animation lives 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decides which is which. Code below the loop, unindented, never runs at all.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tells you which steps go where. Read that part.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Slowing down: a delay that grows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wheels lose speed. Ours gains wait.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852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 delay = 0.1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loop, wait that long, then make it bigger: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= delay + 0.1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waits between moves reads as "the ball is slowing down."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2194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happen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0" y="265176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print(delay) sends the number to the Serial terminal every loop.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literally watch the wait grow: 0.2, 0.3, 0.4...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values is how programmers see inside a running program.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predictions in your notebook.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is 9. The loop adds one, checks the wrap rule, then lights pixel i.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pixel lights up next — and what would happen without the wrap check?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slowdown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starts at 0.1 and grows by 0.1 each loop.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the wait after five trips through the loop?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pixel 0 — without the wrap, pixel 10 doesn't exist and the program crashes · 0.6 seconds after five trips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stop: skip, don't halt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never stops. The ball just stops being moved.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continue trick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thing inside the loop: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delay &gt; 1.5:  continue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means "skip the rest, next lap." The loop still spins — it just stops doing the moving part.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54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your hypothesis close?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ideas from yesterday stop the PROGRAM. This stops the MOTION and keeps the program alive — ready for a button press.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201168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94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tune the feel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265176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= delay * 1.1 — grow by 10% instead of a fixed step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= 0.01 — start fast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delay &gt; 1: — settle sooner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number at a time. Watch print(delay). Decide with your eyes.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671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single white light travel the ring on its own — then slow down — then settle on one pixel.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815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feel until it acts like a real wheel, and take on the challenges: colors, random, button respin.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submit your code.py file from the CIRCUITPY drive.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board has a speaker — and a speaker plus a list of numbers is a music box.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2026-08-19T15:28:16Z</dcterms:created>
  <dcterms:modified xsi:type="dcterms:W3CDTF">2026-08-19T15:28:16Z</dcterms:modified>
</cp:coreProperties>
</file>