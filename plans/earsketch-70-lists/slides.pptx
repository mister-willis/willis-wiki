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Custom Functions: the song has architecture — but the sounds are still scattered across a pile of individual variables. Today the palette gets ONE name: a list holding every sound, a loop feeding them to fitMedia, and the list-powered makeBeat where the beat string's digits choose which drum fires. That last one is the day's mind-bender; section 9.2's final example is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do-now asked students to count the lines a sixth sound would touch in the variables version. The 'administration' framing sets up the payoff measurement at the wrap: after today, adding a sound is ONE line (grow the list), and the loop adjusts itself. That before/after count is the whole argument for data abstraction.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Zero-indexing, met honestly: four items, last index 3, and sounds[4] is an IndexError waiting for the beat-string conversion later. Physical anchor: a sampler pad bank is literally a numbered list of sounds — students have seen this hardware on stage, numbered from... well, 1, which is why programmers and drummers argue.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loops met so far: over measures (lab 40) and now over a list. The i+1 track trick is the day's practical cleverness AND its common bug — forget it and five sounds pile onto one track. range(len(...)) versus a hardcoded count: the hardcoded number silently lies the moment the list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day's conceptual jump: in makeBeat with a LIST, string digits become list indexes. A '2' with only a three-item list is legal (sounds[2] is the last item); a '3' is an IndexError — zero-indexing collects its tax exactly here. Section 9.2's final example is the canonical reference; keep it findable during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string character by character against the kit — kick, rest, snare, rest, kick... The common silent failure: passing a single sound instead of the list; it runs, every digit plays the same drum, and nobody notices without listening carefully. The practice slide's trace is the antidote.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neighbor-checked. The '3' question is zero-indexing's final exam — students who answer 'IndexError, last item is [2]' are done with instruction. Then release: build the sounds list, write the fitMedia loop, convert a beat to list-makeBeat, and delete the orphaned variables.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every sound in the list, the loop feeding fitMedia, the list-powered makeBeat, and no orphaned sound variables left from the old way. Tease: return values and boolean logic — the last skills before Release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sounds[0] · sounds[1] · sounds[2]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list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every sound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palette, in one place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roll-call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sounds, five variables, five of everything.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475488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drums  = OS_LOWTOM01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bass   = DUBSTEP_BASS_WOBBLE_002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  = Y18_INTRO_1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    = RD_UK_HOUSE_PAD_1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vocal  = CIARA_SET_TALK_ADLIB_1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do-now's answer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sixth sound touches a new variable, a new fitMedia call, and your memory of what's where.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sound is its own little administration. The list fires the administrators.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name. Numbered slots. Counting starts at zero.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67712"/>
            <a:ext cx="10332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 = [OS_LOWTOM01, DUBSTEP_BASS_WOBBLE_002, Y18_INTRO_1, RD_UK_HOUSE_PAD_1]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36576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767328"/>
            <a:ext cx="21945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sounds[0]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466526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36576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3767328"/>
            <a:ext cx="21945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sounds[1]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0" y="466526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6576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67328"/>
            <a:ext cx="21945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sounds[2]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466526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69680" y="36576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3767328"/>
            <a:ext cx="21945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sounds[3]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69680" y="466526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items. Indexes 0 through 3. The last index is always length minus one — that's the off-by-one to respect.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over the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drives the sound AND the track.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range(len(sounds)):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fitMedia(sounds[i], i + 1, 1, 17)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slowly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counts 0, 1, 2, 3.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sounds[i] picks each sound in turn.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+ 1 sends each to its OWN track — 1, 2, 3, 4 — because tracks start at 1 and indexes at 0.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list; the loop follows. That's the deal.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range(len(sounds)) tracks the truth. range(5) tracks your memory of the truth.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digits grow 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list-powered beat, a digit picks WHICH drum.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"0-1-2-0-"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sounds[0]   ·   </a:t>
            </a:r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sounds[1]   ·   </a:t>
            </a:r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sounds[2]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 string stops being just rhythm. It's rhythm plus orchestration — which drum, which sixteenth, one string.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makeBeat with a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9.2's pattern, on one slide.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194560"/>
          </a:xfrm>
          <a:prstGeom prst="roundRect">
            <a:avLst>
              <a:gd name="adj" fmla="val 333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kit  = [OS_KICK05, OS_SNARE01, OS_CLOSEDHAT01]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"0-1-0-1-2-2-0-1-"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makeBeat(kit, 4, 1, plan)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whole kit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Kick, snare, and hat share one string on one track — the digits conduct.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three: convert one of your beats to this form. Your digits, your kit.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trace the string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drum fires on which sixteenth?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1920240"/>
          </a:xfrm>
          <a:prstGeom prst="roundRect">
            <a:avLst>
              <a:gd name="adj" fmla="val 381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kit  = [kick, snare, hat]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"0-1-0-2-"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makeBeat(kit, 4, 1, plan)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eight sixteenths in order: which drum, or silence?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what would a "3" in this string do — and why?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kick · rest · snare · rest · kick · rest · hat · rest — and "3" crashes: kit[3] doesn't exist, the last of three is kit[2]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sound your song uses in one list — and retire the orphaned variables.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sounds with a fitMedia() loop over the list, and call makeBeat() with a list so the digits pick the drum.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your functions learn to talk back — and your song takes requests.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